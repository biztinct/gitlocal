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728"/>
    <p:restoredTop sz="96405"/>
  </p:normalViewPr>
  <p:slideViewPr>
    <p:cSldViewPr snapToGrid="0">
      <p:cViewPr varScale="1">
        <p:scale>
          <a:sx n="87" d="100"/>
          <a:sy n="87" d="100"/>
        </p:scale>
        <p:origin x="28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6742446-E693-0F4C-9B1F-407D983BB008}" type="doc">
      <dgm:prSet loTypeId="urn:microsoft.com/office/officeart/2005/8/layout/hProcess4" loCatId="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GB"/>
        </a:p>
      </dgm:t>
    </dgm:pt>
    <dgm:pt modelId="{EB378A99-AEB2-D942-B902-6EB5E0B5E3FE}">
      <dgm:prSet phldrT="[Text]" custT="1"/>
      <dgm:spPr/>
      <dgm:t>
        <a:bodyPr/>
        <a:lstStyle/>
        <a:p>
          <a:r>
            <a:rPr lang="en-GB" sz="2400" dirty="0"/>
            <a:t>Salary structure</a:t>
          </a:r>
        </a:p>
      </dgm:t>
    </dgm:pt>
    <dgm:pt modelId="{29746A46-0997-B345-9DFA-3ECEF765273B}" type="parTrans" cxnId="{D8469DD0-2D39-474C-A147-60C18CFF15ED}">
      <dgm:prSet/>
      <dgm:spPr/>
      <dgm:t>
        <a:bodyPr/>
        <a:lstStyle/>
        <a:p>
          <a:endParaRPr lang="en-GB"/>
        </a:p>
      </dgm:t>
    </dgm:pt>
    <dgm:pt modelId="{3DF643FD-4913-1B41-8C01-1FFC52D42FAF}" type="sibTrans" cxnId="{D8469DD0-2D39-474C-A147-60C18CFF15ED}">
      <dgm:prSet/>
      <dgm:spPr/>
      <dgm:t>
        <a:bodyPr/>
        <a:lstStyle/>
        <a:p>
          <a:endParaRPr lang="en-GB"/>
        </a:p>
      </dgm:t>
    </dgm:pt>
    <dgm:pt modelId="{857B428E-C091-D844-8FA1-7D58961A9564}">
      <dgm:prSet phldrT="[Text]" custT="1"/>
      <dgm:spPr/>
      <dgm:t>
        <a:bodyPr/>
        <a:lstStyle/>
        <a:p>
          <a:r>
            <a:rPr lang="en-GB" sz="1300" dirty="0"/>
            <a:t>Configure Salary</a:t>
          </a:r>
        </a:p>
      </dgm:t>
    </dgm:pt>
    <dgm:pt modelId="{7F8EFA4D-D112-E641-8C77-217CF96FA0E7}" type="parTrans" cxnId="{F76AC385-05F9-A445-9E38-640EB280757A}">
      <dgm:prSet/>
      <dgm:spPr/>
      <dgm:t>
        <a:bodyPr/>
        <a:lstStyle/>
        <a:p>
          <a:endParaRPr lang="en-GB"/>
        </a:p>
      </dgm:t>
    </dgm:pt>
    <dgm:pt modelId="{BE31D2E0-C10B-814E-8096-AE338CB25D9B}" type="sibTrans" cxnId="{F76AC385-05F9-A445-9E38-640EB280757A}">
      <dgm:prSet/>
      <dgm:spPr/>
      <dgm:t>
        <a:bodyPr/>
        <a:lstStyle/>
        <a:p>
          <a:endParaRPr lang="en-GB"/>
        </a:p>
      </dgm:t>
    </dgm:pt>
    <dgm:pt modelId="{A1B82E30-654A-2343-8B20-8EB336AB0514}">
      <dgm:prSet phldrT="[Text]"/>
      <dgm:spPr/>
      <dgm:t>
        <a:bodyPr/>
        <a:lstStyle/>
        <a:p>
          <a:r>
            <a:rPr lang="en-GB" dirty="0"/>
            <a:t>System mappings / configure</a:t>
          </a:r>
        </a:p>
      </dgm:t>
    </dgm:pt>
    <dgm:pt modelId="{596AEB6D-ED8C-D247-A3C6-C04FA4724A3A}" type="parTrans" cxnId="{F26ED530-29C5-574E-9C15-CA2A2E61E43D}">
      <dgm:prSet/>
      <dgm:spPr/>
      <dgm:t>
        <a:bodyPr/>
        <a:lstStyle/>
        <a:p>
          <a:endParaRPr lang="en-GB"/>
        </a:p>
      </dgm:t>
    </dgm:pt>
    <dgm:pt modelId="{77417E40-05FD-6A42-B45A-8264B647F227}" type="sibTrans" cxnId="{F26ED530-29C5-574E-9C15-CA2A2E61E43D}">
      <dgm:prSet/>
      <dgm:spPr/>
      <dgm:t>
        <a:bodyPr/>
        <a:lstStyle/>
        <a:p>
          <a:endParaRPr lang="en-GB"/>
        </a:p>
      </dgm:t>
    </dgm:pt>
    <dgm:pt modelId="{BB849BDC-75B4-CF42-9D5C-D4AF1B5B1EB8}">
      <dgm:prSet phldrT="[Text]"/>
      <dgm:spPr/>
      <dgm:t>
        <a:bodyPr/>
        <a:lstStyle/>
        <a:p>
          <a:r>
            <a:rPr lang="en-GB" dirty="0"/>
            <a:t>Employee &amp; contract mappings</a:t>
          </a:r>
        </a:p>
      </dgm:t>
    </dgm:pt>
    <dgm:pt modelId="{6B1C63A1-F9C4-C141-99FE-529F2599B97F}" type="parTrans" cxnId="{0803F01D-446C-F249-8403-4F00C0F0DB72}">
      <dgm:prSet/>
      <dgm:spPr/>
      <dgm:t>
        <a:bodyPr/>
        <a:lstStyle/>
        <a:p>
          <a:endParaRPr lang="en-GB"/>
        </a:p>
      </dgm:t>
    </dgm:pt>
    <dgm:pt modelId="{5FC46890-8DD9-B84E-B102-22C9946A9885}" type="sibTrans" cxnId="{0803F01D-446C-F249-8403-4F00C0F0DB72}">
      <dgm:prSet/>
      <dgm:spPr/>
      <dgm:t>
        <a:bodyPr/>
        <a:lstStyle/>
        <a:p>
          <a:endParaRPr lang="en-GB"/>
        </a:p>
      </dgm:t>
    </dgm:pt>
    <dgm:pt modelId="{3A518EAC-5194-E443-B94F-128CA9579544}">
      <dgm:prSet phldrT="[Text]"/>
      <dgm:spPr/>
      <dgm:t>
        <a:bodyPr/>
        <a:lstStyle/>
        <a:p>
          <a:r>
            <a:rPr lang="en-GB" dirty="0"/>
            <a:t>Mid to End </a:t>
          </a:r>
          <a:r>
            <a:rPr lang="en-GB" dirty="0" err="1"/>
            <a:t>ccyle</a:t>
          </a:r>
          <a:r>
            <a:rPr lang="en-GB" dirty="0"/>
            <a:t> mapping</a:t>
          </a:r>
        </a:p>
      </dgm:t>
    </dgm:pt>
    <dgm:pt modelId="{7422EA26-6AFC-DD42-949C-F0407B209556}" type="parTrans" cxnId="{D28406B3-B8F3-FC45-8E99-6088F65E54B1}">
      <dgm:prSet/>
      <dgm:spPr/>
      <dgm:t>
        <a:bodyPr/>
        <a:lstStyle/>
        <a:p>
          <a:endParaRPr lang="en-GB"/>
        </a:p>
      </dgm:t>
    </dgm:pt>
    <dgm:pt modelId="{8AD49545-DF04-094D-899D-921BE8FE3FB3}" type="sibTrans" cxnId="{D28406B3-B8F3-FC45-8E99-6088F65E54B1}">
      <dgm:prSet/>
      <dgm:spPr/>
      <dgm:t>
        <a:bodyPr/>
        <a:lstStyle/>
        <a:p>
          <a:endParaRPr lang="en-GB"/>
        </a:p>
      </dgm:t>
    </dgm:pt>
    <dgm:pt modelId="{32F3AD3F-5D60-864B-AB5D-2C6D2530C27D}">
      <dgm:prSet phldrT="[Text]"/>
      <dgm:spPr/>
      <dgm:t>
        <a:bodyPr/>
        <a:lstStyle/>
        <a:p>
          <a:r>
            <a:rPr lang="en-GB" dirty="0"/>
            <a:t>Payslip Batch compute</a:t>
          </a:r>
        </a:p>
      </dgm:t>
    </dgm:pt>
    <dgm:pt modelId="{5A15284A-2272-C04E-997F-99325332D5EA}" type="parTrans" cxnId="{CA39141C-85FD-5C4D-BA43-2E82A4A0E9E5}">
      <dgm:prSet/>
      <dgm:spPr/>
      <dgm:t>
        <a:bodyPr/>
        <a:lstStyle/>
        <a:p>
          <a:endParaRPr lang="en-GB"/>
        </a:p>
      </dgm:t>
    </dgm:pt>
    <dgm:pt modelId="{29FC19FD-2AD8-7D4C-B4C6-0FBB6BF0EF37}" type="sibTrans" cxnId="{CA39141C-85FD-5C4D-BA43-2E82A4A0E9E5}">
      <dgm:prSet/>
      <dgm:spPr/>
      <dgm:t>
        <a:bodyPr/>
        <a:lstStyle/>
        <a:p>
          <a:endParaRPr lang="en-GB"/>
        </a:p>
      </dgm:t>
    </dgm:pt>
    <dgm:pt modelId="{87A21D0F-C57C-DF43-8E12-D339FA45DF82}">
      <dgm:prSet phldrT="[Text]"/>
      <dgm:spPr/>
      <dgm:t>
        <a:bodyPr/>
        <a:lstStyle/>
        <a:p>
          <a:r>
            <a:rPr lang="en-GB" dirty="0"/>
            <a:t>Import Master data (one time) OR</a:t>
          </a:r>
        </a:p>
      </dgm:t>
    </dgm:pt>
    <dgm:pt modelId="{59348D5E-F521-864B-8107-3C46727679A0}" type="parTrans" cxnId="{4AC3DC8E-95CC-F44C-AFCB-67209A9F294F}">
      <dgm:prSet/>
      <dgm:spPr/>
      <dgm:t>
        <a:bodyPr/>
        <a:lstStyle/>
        <a:p>
          <a:endParaRPr lang="en-GB"/>
        </a:p>
      </dgm:t>
    </dgm:pt>
    <dgm:pt modelId="{3B6718BD-19DF-014E-8293-4E415EA2E50D}" type="sibTrans" cxnId="{4AC3DC8E-95CC-F44C-AFCB-67209A9F294F}">
      <dgm:prSet/>
      <dgm:spPr/>
      <dgm:t>
        <a:bodyPr/>
        <a:lstStyle/>
        <a:p>
          <a:endParaRPr lang="en-GB"/>
        </a:p>
      </dgm:t>
    </dgm:pt>
    <dgm:pt modelId="{9909065E-C68E-844A-BC40-4CA9AEB392CE}">
      <dgm:prSet phldrT="[Text]"/>
      <dgm:spPr/>
      <dgm:t>
        <a:bodyPr/>
        <a:lstStyle/>
        <a:p>
          <a:r>
            <a:rPr lang="en-GB" dirty="0"/>
            <a:t>Import hours data</a:t>
          </a:r>
        </a:p>
      </dgm:t>
    </dgm:pt>
    <dgm:pt modelId="{DE17E46C-E598-5147-815C-456B043F0CA3}" type="parTrans" cxnId="{629881C1-255A-AC41-9A7E-33D8A4ECC48B}">
      <dgm:prSet/>
      <dgm:spPr/>
      <dgm:t>
        <a:bodyPr/>
        <a:lstStyle/>
        <a:p>
          <a:endParaRPr lang="en-GB"/>
        </a:p>
      </dgm:t>
    </dgm:pt>
    <dgm:pt modelId="{38C8E513-D5FF-364A-8F7D-404F78982E10}" type="sibTrans" cxnId="{629881C1-255A-AC41-9A7E-33D8A4ECC48B}">
      <dgm:prSet/>
      <dgm:spPr/>
      <dgm:t>
        <a:bodyPr/>
        <a:lstStyle/>
        <a:p>
          <a:endParaRPr lang="en-GB"/>
        </a:p>
      </dgm:t>
    </dgm:pt>
    <dgm:pt modelId="{47393E80-4E3A-5944-ACAE-0E77E9E4068F}">
      <dgm:prSet phldrT="[Text]" custT="1"/>
      <dgm:spPr/>
      <dgm:t>
        <a:bodyPr/>
        <a:lstStyle/>
        <a:p>
          <a:r>
            <a:rPr lang="en-GB" sz="1300" dirty="0"/>
            <a:t>Excel </a:t>
          </a:r>
          <a:r>
            <a:rPr lang="en-GB" sz="1300" dirty="0" err="1"/>
            <a:t>color</a:t>
          </a:r>
          <a:r>
            <a:rPr lang="en-GB" sz="1300" dirty="0"/>
            <a:t> mapping</a:t>
          </a:r>
        </a:p>
      </dgm:t>
    </dgm:pt>
    <dgm:pt modelId="{3CD19127-B7DC-D44C-9077-BE95BD10B554}" type="parTrans" cxnId="{46C72EF2-F133-C845-8657-0F1EACD5E3F5}">
      <dgm:prSet/>
      <dgm:spPr/>
      <dgm:t>
        <a:bodyPr/>
        <a:lstStyle/>
        <a:p>
          <a:endParaRPr lang="en-GB"/>
        </a:p>
      </dgm:t>
    </dgm:pt>
    <dgm:pt modelId="{EF66A6C5-D768-3A4F-A59D-77F54A9FB62E}" type="sibTrans" cxnId="{46C72EF2-F133-C845-8657-0F1EACD5E3F5}">
      <dgm:prSet/>
      <dgm:spPr/>
      <dgm:t>
        <a:bodyPr/>
        <a:lstStyle/>
        <a:p>
          <a:endParaRPr lang="en-GB"/>
        </a:p>
      </dgm:t>
    </dgm:pt>
    <dgm:pt modelId="{41AE2781-95C7-5649-87A7-566D6B9C2433}">
      <dgm:prSet phldrT="[Text]" custT="1"/>
      <dgm:spPr/>
      <dgm:t>
        <a:bodyPr/>
        <a:lstStyle/>
        <a:p>
          <a:r>
            <a:rPr lang="en-GB" sz="1300" dirty="0"/>
            <a:t>Test configuration</a:t>
          </a:r>
        </a:p>
      </dgm:t>
    </dgm:pt>
    <dgm:pt modelId="{82EE9F00-5F5E-2146-A44A-BD568C5B9EE3}" type="parTrans" cxnId="{A1748293-9C26-4B4B-B2E0-17A08700AC61}">
      <dgm:prSet/>
      <dgm:spPr/>
      <dgm:t>
        <a:bodyPr/>
        <a:lstStyle/>
        <a:p>
          <a:endParaRPr lang="en-GB"/>
        </a:p>
      </dgm:t>
    </dgm:pt>
    <dgm:pt modelId="{7F7CE49C-679E-AD47-A6B4-944C576234F8}" type="sibTrans" cxnId="{A1748293-9C26-4B4B-B2E0-17A08700AC61}">
      <dgm:prSet/>
      <dgm:spPr/>
      <dgm:t>
        <a:bodyPr/>
        <a:lstStyle/>
        <a:p>
          <a:endParaRPr lang="en-GB"/>
        </a:p>
      </dgm:t>
    </dgm:pt>
    <dgm:pt modelId="{6649FC83-5D7C-7548-9644-524EE7425924}">
      <dgm:prSet phldrT="[Text]"/>
      <dgm:spPr/>
      <dgm:t>
        <a:bodyPr/>
        <a:lstStyle/>
        <a:p>
          <a:r>
            <a:rPr lang="en-GB" dirty="0"/>
            <a:t>Payslip configure</a:t>
          </a:r>
        </a:p>
      </dgm:t>
    </dgm:pt>
    <dgm:pt modelId="{72F8CABA-EF48-7245-91E3-3FB3E3186F28}" type="parTrans" cxnId="{31715465-33FC-6F4D-8164-5287081D91CB}">
      <dgm:prSet/>
      <dgm:spPr/>
      <dgm:t>
        <a:bodyPr/>
        <a:lstStyle/>
        <a:p>
          <a:endParaRPr lang="en-GB"/>
        </a:p>
      </dgm:t>
    </dgm:pt>
    <dgm:pt modelId="{57394AFC-1627-CC4B-98AD-EB7F625C59E9}" type="sibTrans" cxnId="{31715465-33FC-6F4D-8164-5287081D91CB}">
      <dgm:prSet/>
      <dgm:spPr/>
      <dgm:t>
        <a:bodyPr/>
        <a:lstStyle/>
        <a:p>
          <a:endParaRPr lang="en-GB"/>
        </a:p>
      </dgm:t>
    </dgm:pt>
    <dgm:pt modelId="{D2F0F4B3-7172-1541-9B13-03CF90F1FC54}">
      <dgm:prSet phldrT="[Text]"/>
      <dgm:spPr/>
      <dgm:t>
        <a:bodyPr/>
        <a:lstStyle/>
        <a:p>
          <a:r>
            <a:rPr lang="en-GB" dirty="0"/>
            <a:t>Run batch</a:t>
          </a:r>
        </a:p>
      </dgm:t>
    </dgm:pt>
    <dgm:pt modelId="{773F6308-31B5-1748-A56E-F380D1697451}" type="parTrans" cxnId="{829B94AE-34D8-F042-8616-F1D25E8BFCF2}">
      <dgm:prSet/>
      <dgm:spPr/>
      <dgm:t>
        <a:bodyPr/>
        <a:lstStyle/>
        <a:p>
          <a:endParaRPr lang="en-GB"/>
        </a:p>
      </dgm:t>
    </dgm:pt>
    <dgm:pt modelId="{82A7C03A-792B-B84A-BB42-AC2A36E3B113}" type="sibTrans" cxnId="{829B94AE-34D8-F042-8616-F1D25E8BFCF2}">
      <dgm:prSet/>
      <dgm:spPr/>
      <dgm:t>
        <a:bodyPr/>
        <a:lstStyle/>
        <a:p>
          <a:endParaRPr lang="en-GB"/>
        </a:p>
      </dgm:t>
    </dgm:pt>
    <dgm:pt modelId="{ABF8CA56-0E41-A84B-810E-AE5423B2F966}">
      <dgm:prSet phldrT="[Text]"/>
      <dgm:spPr/>
      <dgm:t>
        <a:bodyPr/>
        <a:lstStyle/>
        <a:p>
          <a:r>
            <a:rPr lang="en-GB" dirty="0"/>
            <a:t>Approval</a:t>
          </a:r>
        </a:p>
      </dgm:t>
    </dgm:pt>
    <dgm:pt modelId="{A78DD44B-FC81-8348-9AC5-E7DB2FAD6687}" type="parTrans" cxnId="{3BE44BAA-ECA9-D845-8B34-D3C4E0F9CCD9}">
      <dgm:prSet/>
      <dgm:spPr/>
      <dgm:t>
        <a:bodyPr/>
        <a:lstStyle/>
        <a:p>
          <a:endParaRPr lang="en-GB"/>
        </a:p>
      </dgm:t>
    </dgm:pt>
    <dgm:pt modelId="{00A26181-1552-3A4E-A359-EFEDB61909DC}" type="sibTrans" cxnId="{3BE44BAA-ECA9-D845-8B34-D3C4E0F9CCD9}">
      <dgm:prSet/>
      <dgm:spPr/>
      <dgm:t>
        <a:bodyPr/>
        <a:lstStyle/>
        <a:p>
          <a:endParaRPr lang="en-GB"/>
        </a:p>
      </dgm:t>
    </dgm:pt>
    <dgm:pt modelId="{9CEEBEFB-794A-0049-BE5C-B7E0A74235F6}">
      <dgm:prSet phldrT="[Text]"/>
      <dgm:spPr/>
      <dgm:t>
        <a:bodyPr/>
        <a:lstStyle/>
        <a:p>
          <a:r>
            <a:rPr lang="en-GB" dirty="0"/>
            <a:t>Payroll user submit for approval</a:t>
          </a:r>
        </a:p>
      </dgm:t>
    </dgm:pt>
    <dgm:pt modelId="{CC51F54C-841E-1946-8271-CB62D02C4E9F}" type="parTrans" cxnId="{35651F8A-5758-0348-A305-55EB20CA847F}">
      <dgm:prSet/>
      <dgm:spPr/>
      <dgm:t>
        <a:bodyPr/>
        <a:lstStyle/>
        <a:p>
          <a:endParaRPr lang="en-GB"/>
        </a:p>
      </dgm:t>
    </dgm:pt>
    <dgm:pt modelId="{A623C4B0-F8DB-9041-AED0-84A9F438EC61}" type="sibTrans" cxnId="{35651F8A-5758-0348-A305-55EB20CA847F}">
      <dgm:prSet/>
      <dgm:spPr/>
      <dgm:t>
        <a:bodyPr/>
        <a:lstStyle/>
        <a:p>
          <a:endParaRPr lang="en-GB"/>
        </a:p>
      </dgm:t>
    </dgm:pt>
    <dgm:pt modelId="{6B96555A-CE92-144A-ACB1-6DC0CF406BEF}">
      <dgm:prSet phldrT="[Text]"/>
      <dgm:spPr/>
      <dgm:t>
        <a:bodyPr/>
        <a:lstStyle/>
        <a:p>
          <a:r>
            <a:rPr lang="en-GB" dirty="0"/>
            <a:t>HR Manager approves</a:t>
          </a:r>
        </a:p>
      </dgm:t>
    </dgm:pt>
    <dgm:pt modelId="{30F0100E-B701-0A4D-907C-9504875E0292}" type="parTrans" cxnId="{40017685-8A7B-1D47-B6E4-CF9CA86B4D36}">
      <dgm:prSet/>
      <dgm:spPr/>
      <dgm:t>
        <a:bodyPr/>
        <a:lstStyle/>
        <a:p>
          <a:endParaRPr lang="en-GB"/>
        </a:p>
      </dgm:t>
    </dgm:pt>
    <dgm:pt modelId="{FD372E17-F331-604F-AAC0-75FA483DAE6D}" type="sibTrans" cxnId="{40017685-8A7B-1D47-B6E4-CF9CA86B4D36}">
      <dgm:prSet/>
      <dgm:spPr/>
      <dgm:t>
        <a:bodyPr/>
        <a:lstStyle/>
        <a:p>
          <a:endParaRPr lang="en-GB"/>
        </a:p>
      </dgm:t>
    </dgm:pt>
    <dgm:pt modelId="{10A0248C-A68C-8A47-A327-C3B11F05E677}">
      <dgm:prSet phldrT="[Text]"/>
      <dgm:spPr/>
      <dgm:t>
        <a:bodyPr/>
        <a:lstStyle/>
        <a:p>
          <a:r>
            <a:rPr lang="en-GB" dirty="0"/>
            <a:t>General manager approve</a:t>
          </a:r>
        </a:p>
      </dgm:t>
    </dgm:pt>
    <dgm:pt modelId="{EEF5F566-F537-8743-9F44-3C8C4B7E76A6}" type="parTrans" cxnId="{BECCE873-589A-E947-8AE1-90498F89F860}">
      <dgm:prSet/>
      <dgm:spPr/>
      <dgm:t>
        <a:bodyPr/>
        <a:lstStyle/>
        <a:p>
          <a:endParaRPr lang="en-GB"/>
        </a:p>
      </dgm:t>
    </dgm:pt>
    <dgm:pt modelId="{93481FA4-7645-2244-B57C-3264089D52E8}" type="sibTrans" cxnId="{BECCE873-589A-E947-8AE1-90498F89F860}">
      <dgm:prSet/>
      <dgm:spPr/>
      <dgm:t>
        <a:bodyPr/>
        <a:lstStyle/>
        <a:p>
          <a:endParaRPr lang="en-GB"/>
        </a:p>
      </dgm:t>
    </dgm:pt>
    <dgm:pt modelId="{6C397C22-23E3-B74B-AE92-F0D4051722BE}" type="pres">
      <dgm:prSet presAssocID="{46742446-E693-0F4C-9B1F-407D983BB008}" presName="Name0" presStyleCnt="0">
        <dgm:presLayoutVars>
          <dgm:dir/>
          <dgm:animLvl val="lvl"/>
          <dgm:resizeHandles val="exact"/>
        </dgm:presLayoutVars>
      </dgm:prSet>
      <dgm:spPr/>
    </dgm:pt>
    <dgm:pt modelId="{2CB700FC-3685-B24B-A15C-FB9B9318DBE6}" type="pres">
      <dgm:prSet presAssocID="{46742446-E693-0F4C-9B1F-407D983BB008}" presName="tSp" presStyleCnt="0"/>
      <dgm:spPr/>
    </dgm:pt>
    <dgm:pt modelId="{ADB0A197-3DC9-2C48-B93D-064FB1250C54}" type="pres">
      <dgm:prSet presAssocID="{46742446-E693-0F4C-9B1F-407D983BB008}" presName="bSp" presStyleCnt="0"/>
      <dgm:spPr/>
    </dgm:pt>
    <dgm:pt modelId="{3F937144-47EB-5641-915E-DE671F90332B}" type="pres">
      <dgm:prSet presAssocID="{46742446-E693-0F4C-9B1F-407D983BB008}" presName="process" presStyleCnt="0"/>
      <dgm:spPr/>
    </dgm:pt>
    <dgm:pt modelId="{CB85AD73-7B91-5943-9205-9F2D9E38DAD0}" type="pres">
      <dgm:prSet presAssocID="{EB378A99-AEB2-D942-B902-6EB5E0B5E3FE}" presName="composite1" presStyleCnt="0"/>
      <dgm:spPr/>
    </dgm:pt>
    <dgm:pt modelId="{71D174D3-E1E6-674B-A685-24E591F1A119}" type="pres">
      <dgm:prSet presAssocID="{EB378A99-AEB2-D942-B902-6EB5E0B5E3FE}" presName="dummyNode1" presStyleLbl="node1" presStyleIdx="0" presStyleCnt="4"/>
      <dgm:spPr/>
    </dgm:pt>
    <dgm:pt modelId="{9305AFBA-D840-4640-9ADF-6350C4A4A8DC}" type="pres">
      <dgm:prSet presAssocID="{EB378A99-AEB2-D942-B902-6EB5E0B5E3FE}" presName="childNode1" presStyleLbl="bgAcc1" presStyleIdx="0" presStyleCnt="4">
        <dgm:presLayoutVars>
          <dgm:bulletEnabled val="1"/>
        </dgm:presLayoutVars>
      </dgm:prSet>
      <dgm:spPr/>
    </dgm:pt>
    <dgm:pt modelId="{3620DB31-E803-634A-B03B-D10401590AB2}" type="pres">
      <dgm:prSet presAssocID="{EB378A99-AEB2-D942-B902-6EB5E0B5E3FE}" presName="childNode1tx" presStyleLbl="bgAcc1" presStyleIdx="0" presStyleCnt="4">
        <dgm:presLayoutVars>
          <dgm:bulletEnabled val="1"/>
        </dgm:presLayoutVars>
      </dgm:prSet>
      <dgm:spPr/>
    </dgm:pt>
    <dgm:pt modelId="{2D41532A-0287-0843-A75C-CD42D99820CA}" type="pres">
      <dgm:prSet presAssocID="{EB378A99-AEB2-D942-B902-6EB5E0B5E3FE}" presName="parentNode1" presStyleLbl="node1" presStyleIdx="0" presStyleCnt="4">
        <dgm:presLayoutVars>
          <dgm:chMax val="1"/>
          <dgm:bulletEnabled val="1"/>
        </dgm:presLayoutVars>
      </dgm:prSet>
      <dgm:spPr/>
    </dgm:pt>
    <dgm:pt modelId="{4FB68DBD-8618-2A48-9256-7BDD74DB46E6}" type="pres">
      <dgm:prSet presAssocID="{EB378A99-AEB2-D942-B902-6EB5E0B5E3FE}" presName="connSite1" presStyleCnt="0"/>
      <dgm:spPr/>
    </dgm:pt>
    <dgm:pt modelId="{3E25AE04-30D0-734F-8F81-A8C89AF897E1}" type="pres">
      <dgm:prSet presAssocID="{3DF643FD-4913-1B41-8C01-1FFC52D42FAF}" presName="Name9" presStyleLbl="sibTrans2D1" presStyleIdx="0" presStyleCnt="3"/>
      <dgm:spPr/>
    </dgm:pt>
    <dgm:pt modelId="{CE692EB2-9E62-334F-B7CF-082F1BB75BF6}" type="pres">
      <dgm:prSet presAssocID="{A1B82E30-654A-2343-8B20-8EB336AB0514}" presName="composite2" presStyleCnt="0"/>
      <dgm:spPr/>
    </dgm:pt>
    <dgm:pt modelId="{E33711C7-91C5-C344-A3A2-13836C6D5F02}" type="pres">
      <dgm:prSet presAssocID="{A1B82E30-654A-2343-8B20-8EB336AB0514}" presName="dummyNode2" presStyleLbl="node1" presStyleIdx="0" presStyleCnt="4"/>
      <dgm:spPr/>
    </dgm:pt>
    <dgm:pt modelId="{7FD088DA-199F-3645-A30A-07C3724C1620}" type="pres">
      <dgm:prSet presAssocID="{A1B82E30-654A-2343-8B20-8EB336AB0514}" presName="childNode2" presStyleLbl="bgAcc1" presStyleIdx="1" presStyleCnt="4">
        <dgm:presLayoutVars>
          <dgm:bulletEnabled val="1"/>
        </dgm:presLayoutVars>
      </dgm:prSet>
      <dgm:spPr/>
    </dgm:pt>
    <dgm:pt modelId="{B0890110-A35B-134E-8CBA-639C74718178}" type="pres">
      <dgm:prSet presAssocID="{A1B82E30-654A-2343-8B20-8EB336AB0514}" presName="childNode2tx" presStyleLbl="bgAcc1" presStyleIdx="1" presStyleCnt="4">
        <dgm:presLayoutVars>
          <dgm:bulletEnabled val="1"/>
        </dgm:presLayoutVars>
      </dgm:prSet>
      <dgm:spPr/>
    </dgm:pt>
    <dgm:pt modelId="{DE30915C-E134-6244-898E-D13FDC92FD29}" type="pres">
      <dgm:prSet presAssocID="{A1B82E30-654A-2343-8B20-8EB336AB0514}" presName="parentNode2" presStyleLbl="node1" presStyleIdx="1" presStyleCnt="4">
        <dgm:presLayoutVars>
          <dgm:chMax val="0"/>
          <dgm:bulletEnabled val="1"/>
        </dgm:presLayoutVars>
      </dgm:prSet>
      <dgm:spPr/>
    </dgm:pt>
    <dgm:pt modelId="{8B49010B-A0F3-F946-A563-3F9C3E64853C}" type="pres">
      <dgm:prSet presAssocID="{A1B82E30-654A-2343-8B20-8EB336AB0514}" presName="connSite2" presStyleCnt="0"/>
      <dgm:spPr/>
    </dgm:pt>
    <dgm:pt modelId="{A8E6CDBE-3C2D-F649-97C1-B7B9C89B4F95}" type="pres">
      <dgm:prSet presAssocID="{77417E40-05FD-6A42-B45A-8264B647F227}" presName="Name18" presStyleLbl="sibTrans2D1" presStyleIdx="1" presStyleCnt="3"/>
      <dgm:spPr/>
    </dgm:pt>
    <dgm:pt modelId="{C59E6DDC-17C9-5742-8122-C0041D846FFA}" type="pres">
      <dgm:prSet presAssocID="{32F3AD3F-5D60-864B-AB5D-2C6D2530C27D}" presName="composite1" presStyleCnt="0"/>
      <dgm:spPr/>
    </dgm:pt>
    <dgm:pt modelId="{D9F52B46-3FEB-5641-B7E5-85D200636284}" type="pres">
      <dgm:prSet presAssocID="{32F3AD3F-5D60-864B-AB5D-2C6D2530C27D}" presName="dummyNode1" presStyleLbl="node1" presStyleIdx="1" presStyleCnt="4"/>
      <dgm:spPr/>
    </dgm:pt>
    <dgm:pt modelId="{6B5B045D-79BF-444A-B5A2-11932C76FD42}" type="pres">
      <dgm:prSet presAssocID="{32F3AD3F-5D60-864B-AB5D-2C6D2530C27D}" presName="childNode1" presStyleLbl="bgAcc1" presStyleIdx="2" presStyleCnt="4">
        <dgm:presLayoutVars>
          <dgm:bulletEnabled val="1"/>
        </dgm:presLayoutVars>
      </dgm:prSet>
      <dgm:spPr/>
    </dgm:pt>
    <dgm:pt modelId="{123FD4DC-4103-5F46-84FB-DA2761E4A8BB}" type="pres">
      <dgm:prSet presAssocID="{32F3AD3F-5D60-864B-AB5D-2C6D2530C27D}" presName="childNode1tx" presStyleLbl="bgAcc1" presStyleIdx="2" presStyleCnt="4">
        <dgm:presLayoutVars>
          <dgm:bulletEnabled val="1"/>
        </dgm:presLayoutVars>
      </dgm:prSet>
      <dgm:spPr/>
    </dgm:pt>
    <dgm:pt modelId="{FF54D190-AD61-8D47-9B02-D7D319E32723}" type="pres">
      <dgm:prSet presAssocID="{32F3AD3F-5D60-864B-AB5D-2C6D2530C27D}" presName="parentNode1" presStyleLbl="node1" presStyleIdx="2" presStyleCnt="4">
        <dgm:presLayoutVars>
          <dgm:chMax val="1"/>
          <dgm:bulletEnabled val="1"/>
        </dgm:presLayoutVars>
      </dgm:prSet>
      <dgm:spPr/>
    </dgm:pt>
    <dgm:pt modelId="{D5372D79-CB7A-A641-89AB-C86D6266C47E}" type="pres">
      <dgm:prSet presAssocID="{32F3AD3F-5D60-864B-AB5D-2C6D2530C27D}" presName="connSite1" presStyleCnt="0"/>
      <dgm:spPr/>
    </dgm:pt>
    <dgm:pt modelId="{080CBE64-C428-CB4F-9F89-2B9429CEA42F}" type="pres">
      <dgm:prSet presAssocID="{29FC19FD-2AD8-7D4C-B4C6-0FBB6BF0EF37}" presName="Name9" presStyleLbl="sibTrans2D1" presStyleIdx="2" presStyleCnt="3"/>
      <dgm:spPr/>
    </dgm:pt>
    <dgm:pt modelId="{1A8152E9-233D-6647-B211-0C14F2AFDB70}" type="pres">
      <dgm:prSet presAssocID="{ABF8CA56-0E41-A84B-810E-AE5423B2F966}" presName="composite2" presStyleCnt="0"/>
      <dgm:spPr/>
    </dgm:pt>
    <dgm:pt modelId="{3C928DB2-C8FA-3446-AD6F-199EF9F4435E}" type="pres">
      <dgm:prSet presAssocID="{ABF8CA56-0E41-A84B-810E-AE5423B2F966}" presName="dummyNode2" presStyleLbl="node1" presStyleIdx="2" presStyleCnt="4"/>
      <dgm:spPr/>
    </dgm:pt>
    <dgm:pt modelId="{55460C37-B56C-4D40-A081-80C1365E6DE4}" type="pres">
      <dgm:prSet presAssocID="{ABF8CA56-0E41-A84B-810E-AE5423B2F966}" presName="childNode2" presStyleLbl="bgAcc1" presStyleIdx="3" presStyleCnt="4">
        <dgm:presLayoutVars>
          <dgm:bulletEnabled val="1"/>
        </dgm:presLayoutVars>
      </dgm:prSet>
      <dgm:spPr/>
    </dgm:pt>
    <dgm:pt modelId="{C532531C-9F79-1E4D-ADAA-C9C34779CC28}" type="pres">
      <dgm:prSet presAssocID="{ABF8CA56-0E41-A84B-810E-AE5423B2F966}" presName="childNode2tx" presStyleLbl="bgAcc1" presStyleIdx="3" presStyleCnt="4">
        <dgm:presLayoutVars>
          <dgm:bulletEnabled val="1"/>
        </dgm:presLayoutVars>
      </dgm:prSet>
      <dgm:spPr/>
    </dgm:pt>
    <dgm:pt modelId="{71265F13-DECC-514A-86C3-3162BBA0728A}" type="pres">
      <dgm:prSet presAssocID="{ABF8CA56-0E41-A84B-810E-AE5423B2F966}" presName="parentNode2" presStyleLbl="node1" presStyleIdx="3" presStyleCnt="4">
        <dgm:presLayoutVars>
          <dgm:chMax val="0"/>
          <dgm:bulletEnabled val="1"/>
        </dgm:presLayoutVars>
      </dgm:prSet>
      <dgm:spPr/>
    </dgm:pt>
    <dgm:pt modelId="{54793F15-5BA6-8F4C-8E65-5F24DBE43078}" type="pres">
      <dgm:prSet presAssocID="{ABF8CA56-0E41-A84B-810E-AE5423B2F966}" presName="connSite2" presStyleCnt="0"/>
      <dgm:spPr/>
    </dgm:pt>
  </dgm:ptLst>
  <dgm:cxnLst>
    <dgm:cxn modelId="{536A5001-1021-264E-9447-77B70CA5BDF3}" type="presOf" srcId="{857B428E-C091-D844-8FA1-7D58961A9564}" destId="{3620DB31-E803-634A-B03B-D10401590AB2}" srcOrd="1" destOrd="1" presId="urn:microsoft.com/office/officeart/2005/8/layout/hProcess4"/>
    <dgm:cxn modelId="{4B4D1803-7BF4-B84E-A2A0-E12DC257F62B}" type="presOf" srcId="{47393E80-4E3A-5944-ACAE-0E77E9E4068F}" destId="{9305AFBA-D840-4640-9ADF-6350C4A4A8DC}" srcOrd="0" destOrd="0" presId="urn:microsoft.com/office/officeart/2005/8/layout/hProcess4"/>
    <dgm:cxn modelId="{CA62020F-0BC0-9C4A-97AF-DFEBC5412DB9}" type="presOf" srcId="{41AE2781-95C7-5649-87A7-566D6B9C2433}" destId="{3620DB31-E803-634A-B03B-D10401590AB2}" srcOrd="1" destOrd="2" presId="urn:microsoft.com/office/officeart/2005/8/layout/hProcess4"/>
    <dgm:cxn modelId="{4CE30F1A-7F53-7C4C-84B7-313F116CD8BA}" type="presOf" srcId="{3A518EAC-5194-E443-B94F-128CA9579544}" destId="{B0890110-A35B-134E-8CBA-639C74718178}" srcOrd="1" destOrd="1" presId="urn:microsoft.com/office/officeart/2005/8/layout/hProcess4"/>
    <dgm:cxn modelId="{CA39141C-85FD-5C4D-BA43-2E82A4A0E9E5}" srcId="{46742446-E693-0F4C-9B1F-407D983BB008}" destId="{32F3AD3F-5D60-864B-AB5D-2C6D2530C27D}" srcOrd="2" destOrd="0" parTransId="{5A15284A-2272-C04E-997F-99325332D5EA}" sibTransId="{29FC19FD-2AD8-7D4C-B4C6-0FBB6BF0EF37}"/>
    <dgm:cxn modelId="{0803F01D-446C-F249-8403-4F00C0F0DB72}" srcId="{A1B82E30-654A-2343-8B20-8EB336AB0514}" destId="{BB849BDC-75B4-CF42-9D5C-D4AF1B5B1EB8}" srcOrd="0" destOrd="0" parTransId="{6B1C63A1-F9C4-C141-99FE-529F2599B97F}" sibTransId="{5FC46890-8DD9-B84E-B102-22C9946A9885}"/>
    <dgm:cxn modelId="{F25E812D-29FF-EB42-BD52-1A5362E69960}" type="presOf" srcId="{6B96555A-CE92-144A-ACB1-6DC0CF406BEF}" destId="{C532531C-9F79-1E4D-ADAA-C9C34779CC28}" srcOrd="1" destOrd="1" presId="urn:microsoft.com/office/officeart/2005/8/layout/hProcess4"/>
    <dgm:cxn modelId="{41A4C12F-6ADE-D248-A7EB-0CE3A614E287}" type="presOf" srcId="{D2F0F4B3-7172-1541-9B13-03CF90F1FC54}" destId="{123FD4DC-4103-5F46-84FB-DA2761E4A8BB}" srcOrd="1" destOrd="2" presId="urn:microsoft.com/office/officeart/2005/8/layout/hProcess4"/>
    <dgm:cxn modelId="{F26ED530-29C5-574E-9C15-CA2A2E61E43D}" srcId="{46742446-E693-0F4C-9B1F-407D983BB008}" destId="{A1B82E30-654A-2343-8B20-8EB336AB0514}" srcOrd="1" destOrd="0" parTransId="{596AEB6D-ED8C-D247-A3C6-C04FA4724A3A}" sibTransId="{77417E40-05FD-6A42-B45A-8264B647F227}"/>
    <dgm:cxn modelId="{66446333-BEC3-3145-8336-F5350BED1A47}" type="presOf" srcId="{41AE2781-95C7-5649-87A7-566D6B9C2433}" destId="{9305AFBA-D840-4640-9ADF-6350C4A4A8DC}" srcOrd="0" destOrd="2" presId="urn:microsoft.com/office/officeart/2005/8/layout/hProcess4"/>
    <dgm:cxn modelId="{8B853140-7D80-1B41-B262-83B733832DE9}" type="presOf" srcId="{BB849BDC-75B4-CF42-9D5C-D4AF1B5B1EB8}" destId="{7FD088DA-199F-3645-A30A-07C3724C1620}" srcOrd="0" destOrd="0" presId="urn:microsoft.com/office/officeart/2005/8/layout/hProcess4"/>
    <dgm:cxn modelId="{F5DC5E40-CD2A-C147-A37C-7431A5EEA3D7}" type="presOf" srcId="{10A0248C-A68C-8A47-A327-C3B11F05E677}" destId="{55460C37-B56C-4D40-A081-80C1365E6DE4}" srcOrd="0" destOrd="2" presId="urn:microsoft.com/office/officeart/2005/8/layout/hProcess4"/>
    <dgm:cxn modelId="{7259E348-9C1B-7141-9115-56CD49FECC63}" type="presOf" srcId="{3DF643FD-4913-1B41-8C01-1FFC52D42FAF}" destId="{3E25AE04-30D0-734F-8F81-A8C89AF897E1}" srcOrd="0" destOrd="0" presId="urn:microsoft.com/office/officeart/2005/8/layout/hProcess4"/>
    <dgm:cxn modelId="{95D4F74B-7B13-4648-B8AF-9B00130F3548}" type="presOf" srcId="{77417E40-05FD-6A42-B45A-8264B647F227}" destId="{A8E6CDBE-3C2D-F649-97C1-B7B9C89B4F95}" srcOrd="0" destOrd="0" presId="urn:microsoft.com/office/officeart/2005/8/layout/hProcess4"/>
    <dgm:cxn modelId="{23608B55-31BE-1843-B476-59DEBD9A5626}" type="presOf" srcId="{ABF8CA56-0E41-A84B-810E-AE5423B2F966}" destId="{71265F13-DECC-514A-86C3-3162BBA0728A}" srcOrd="0" destOrd="0" presId="urn:microsoft.com/office/officeart/2005/8/layout/hProcess4"/>
    <dgm:cxn modelId="{D513C756-2C40-0948-B1E5-5249B48A60FD}" type="presOf" srcId="{D2F0F4B3-7172-1541-9B13-03CF90F1FC54}" destId="{6B5B045D-79BF-444A-B5A2-11932C76FD42}" srcOrd="0" destOrd="2" presId="urn:microsoft.com/office/officeart/2005/8/layout/hProcess4"/>
    <dgm:cxn modelId="{F617B658-E06E-8F44-90C7-E9D618B9A2CC}" type="presOf" srcId="{9CEEBEFB-794A-0049-BE5C-B7E0A74235F6}" destId="{55460C37-B56C-4D40-A081-80C1365E6DE4}" srcOrd="0" destOrd="0" presId="urn:microsoft.com/office/officeart/2005/8/layout/hProcess4"/>
    <dgm:cxn modelId="{31715465-33FC-6F4D-8164-5287081D91CB}" srcId="{A1B82E30-654A-2343-8B20-8EB336AB0514}" destId="{6649FC83-5D7C-7548-9644-524EE7425924}" srcOrd="2" destOrd="0" parTransId="{72F8CABA-EF48-7245-91E3-3FB3E3186F28}" sibTransId="{57394AFC-1627-CC4B-98AD-EB7F625C59E9}"/>
    <dgm:cxn modelId="{9B72E16E-223D-F04C-9F5B-E820B13F8879}" type="presOf" srcId="{29FC19FD-2AD8-7D4C-B4C6-0FBB6BF0EF37}" destId="{080CBE64-C428-CB4F-9F89-2B9429CEA42F}" srcOrd="0" destOrd="0" presId="urn:microsoft.com/office/officeart/2005/8/layout/hProcess4"/>
    <dgm:cxn modelId="{BECCE873-589A-E947-8AE1-90498F89F860}" srcId="{ABF8CA56-0E41-A84B-810E-AE5423B2F966}" destId="{10A0248C-A68C-8A47-A327-C3B11F05E677}" srcOrd="2" destOrd="0" parTransId="{EEF5F566-F537-8743-9F44-3C8C4B7E76A6}" sibTransId="{93481FA4-7645-2244-B57C-3264089D52E8}"/>
    <dgm:cxn modelId="{28983176-C075-CE43-B6EF-07062FC0BD06}" type="presOf" srcId="{9909065E-C68E-844A-BC40-4CA9AEB392CE}" destId="{6B5B045D-79BF-444A-B5A2-11932C76FD42}" srcOrd="0" destOrd="1" presId="urn:microsoft.com/office/officeart/2005/8/layout/hProcess4"/>
    <dgm:cxn modelId="{BC45C279-95D5-DC49-A46E-368E1F035DF3}" type="presOf" srcId="{6B96555A-CE92-144A-ACB1-6DC0CF406BEF}" destId="{55460C37-B56C-4D40-A081-80C1365E6DE4}" srcOrd="0" destOrd="1" presId="urn:microsoft.com/office/officeart/2005/8/layout/hProcess4"/>
    <dgm:cxn modelId="{AEEFB27A-E445-C34A-8C0F-78809808004F}" type="presOf" srcId="{87A21D0F-C57C-DF43-8E12-D339FA45DF82}" destId="{123FD4DC-4103-5F46-84FB-DA2761E4A8BB}" srcOrd="1" destOrd="0" presId="urn:microsoft.com/office/officeart/2005/8/layout/hProcess4"/>
    <dgm:cxn modelId="{40017685-8A7B-1D47-B6E4-CF9CA86B4D36}" srcId="{ABF8CA56-0E41-A84B-810E-AE5423B2F966}" destId="{6B96555A-CE92-144A-ACB1-6DC0CF406BEF}" srcOrd="1" destOrd="0" parTransId="{30F0100E-B701-0A4D-907C-9504875E0292}" sibTransId="{FD372E17-F331-604F-AAC0-75FA483DAE6D}"/>
    <dgm:cxn modelId="{F76AC385-05F9-A445-9E38-640EB280757A}" srcId="{EB378A99-AEB2-D942-B902-6EB5E0B5E3FE}" destId="{857B428E-C091-D844-8FA1-7D58961A9564}" srcOrd="1" destOrd="0" parTransId="{7F8EFA4D-D112-E641-8C77-217CF96FA0E7}" sibTransId="{BE31D2E0-C10B-814E-8096-AE338CB25D9B}"/>
    <dgm:cxn modelId="{35651F8A-5758-0348-A305-55EB20CA847F}" srcId="{ABF8CA56-0E41-A84B-810E-AE5423B2F966}" destId="{9CEEBEFB-794A-0049-BE5C-B7E0A74235F6}" srcOrd="0" destOrd="0" parTransId="{CC51F54C-841E-1946-8271-CB62D02C4E9F}" sibTransId="{A623C4B0-F8DB-9041-AED0-84A9F438EC61}"/>
    <dgm:cxn modelId="{516DE98A-EDCF-234B-9BD8-0D6C7E13F100}" type="presOf" srcId="{6649FC83-5D7C-7548-9644-524EE7425924}" destId="{7FD088DA-199F-3645-A30A-07C3724C1620}" srcOrd="0" destOrd="2" presId="urn:microsoft.com/office/officeart/2005/8/layout/hProcess4"/>
    <dgm:cxn modelId="{4AC3DC8E-95CC-F44C-AFCB-67209A9F294F}" srcId="{32F3AD3F-5D60-864B-AB5D-2C6D2530C27D}" destId="{87A21D0F-C57C-DF43-8E12-D339FA45DF82}" srcOrd="0" destOrd="0" parTransId="{59348D5E-F521-864B-8107-3C46727679A0}" sibTransId="{3B6718BD-19DF-014E-8293-4E415EA2E50D}"/>
    <dgm:cxn modelId="{A1748293-9C26-4B4B-B2E0-17A08700AC61}" srcId="{EB378A99-AEB2-D942-B902-6EB5E0B5E3FE}" destId="{41AE2781-95C7-5649-87A7-566D6B9C2433}" srcOrd="2" destOrd="0" parTransId="{82EE9F00-5F5E-2146-A44A-BD568C5B9EE3}" sibTransId="{7F7CE49C-679E-AD47-A6B4-944C576234F8}"/>
    <dgm:cxn modelId="{A57AFCA1-9AD9-844A-AC1F-540DDFA9F50B}" type="presOf" srcId="{9909065E-C68E-844A-BC40-4CA9AEB392CE}" destId="{123FD4DC-4103-5F46-84FB-DA2761E4A8BB}" srcOrd="1" destOrd="1" presId="urn:microsoft.com/office/officeart/2005/8/layout/hProcess4"/>
    <dgm:cxn modelId="{A6FF0FA4-6AD8-064C-871D-558B5D24F95C}" type="presOf" srcId="{BB849BDC-75B4-CF42-9D5C-D4AF1B5B1EB8}" destId="{B0890110-A35B-134E-8CBA-639C74718178}" srcOrd="1" destOrd="0" presId="urn:microsoft.com/office/officeart/2005/8/layout/hProcess4"/>
    <dgm:cxn modelId="{3BE44BAA-ECA9-D845-8B34-D3C4E0F9CCD9}" srcId="{46742446-E693-0F4C-9B1F-407D983BB008}" destId="{ABF8CA56-0E41-A84B-810E-AE5423B2F966}" srcOrd="3" destOrd="0" parTransId="{A78DD44B-FC81-8348-9AC5-E7DB2FAD6687}" sibTransId="{00A26181-1552-3A4E-A359-EFEDB61909DC}"/>
    <dgm:cxn modelId="{829B94AE-34D8-F042-8616-F1D25E8BFCF2}" srcId="{32F3AD3F-5D60-864B-AB5D-2C6D2530C27D}" destId="{D2F0F4B3-7172-1541-9B13-03CF90F1FC54}" srcOrd="2" destOrd="0" parTransId="{773F6308-31B5-1748-A56E-F380D1697451}" sibTransId="{82A7C03A-792B-B84A-BB42-AC2A36E3B113}"/>
    <dgm:cxn modelId="{1F701CB1-77E9-3D41-8C4A-7D92557E7848}" type="presOf" srcId="{EB378A99-AEB2-D942-B902-6EB5E0B5E3FE}" destId="{2D41532A-0287-0843-A75C-CD42D99820CA}" srcOrd="0" destOrd="0" presId="urn:microsoft.com/office/officeart/2005/8/layout/hProcess4"/>
    <dgm:cxn modelId="{D28406B3-B8F3-FC45-8E99-6088F65E54B1}" srcId="{A1B82E30-654A-2343-8B20-8EB336AB0514}" destId="{3A518EAC-5194-E443-B94F-128CA9579544}" srcOrd="1" destOrd="0" parTransId="{7422EA26-6AFC-DD42-949C-F0407B209556}" sibTransId="{8AD49545-DF04-094D-899D-921BE8FE3FB3}"/>
    <dgm:cxn modelId="{211B3DBA-7124-7843-9BDD-45E67A0A6854}" type="presOf" srcId="{10A0248C-A68C-8A47-A327-C3B11F05E677}" destId="{C532531C-9F79-1E4D-ADAA-C9C34779CC28}" srcOrd="1" destOrd="2" presId="urn:microsoft.com/office/officeart/2005/8/layout/hProcess4"/>
    <dgm:cxn modelId="{831971C0-4F7D-5749-AC5B-DF30F620C437}" type="presOf" srcId="{87A21D0F-C57C-DF43-8E12-D339FA45DF82}" destId="{6B5B045D-79BF-444A-B5A2-11932C76FD42}" srcOrd="0" destOrd="0" presId="urn:microsoft.com/office/officeart/2005/8/layout/hProcess4"/>
    <dgm:cxn modelId="{629881C1-255A-AC41-9A7E-33D8A4ECC48B}" srcId="{32F3AD3F-5D60-864B-AB5D-2C6D2530C27D}" destId="{9909065E-C68E-844A-BC40-4CA9AEB392CE}" srcOrd="1" destOrd="0" parTransId="{DE17E46C-E598-5147-815C-456B043F0CA3}" sibTransId="{38C8E513-D5FF-364A-8F7D-404F78982E10}"/>
    <dgm:cxn modelId="{7060FDC4-89B0-0040-8870-36DAC4FABF44}" type="presOf" srcId="{857B428E-C091-D844-8FA1-7D58961A9564}" destId="{9305AFBA-D840-4640-9ADF-6350C4A4A8DC}" srcOrd="0" destOrd="1" presId="urn:microsoft.com/office/officeart/2005/8/layout/hProcess4"/>
    <dgm:cxn modelId="{D8469DD0-2D39-474C-A147-60C18CFF15ED}" srcId="{46742446-E693-0F4C-9B1F-407D983BB008}" destId="{EB378A99-AEB2-D942-B902-6EB5E0B5E3FE}" srcOrd="0" destOrd="0" parTransId="{29746A46-0997-B345-9DFA-3ECEF765273B}" sibTransId="{3DF643FD-4913-1B41-8C01-1FFC52D42FAF}"/>
    <dgm:cxn modelId="{1AB83CD2-EBE1-4E46-96A4-D0B19EA8ED98}" type="presOf" srcId="{46742446-E693-0F4C-9B1F-407D983BB008}" destId="{6C397C22-23E3-B74B-AE92-F0D4051722BE}" srcOrd="0" destOrd="0" presId="urn:microsoft.com/office/officeart/2005/8/layout/hProcess4"/>
    <dgm:cxn modelId="{C8A566DE-EE15-7F4E-82AC-638CF7DFF850}" type="presOf" srcId="{47393E80-4E3A-5944-ACAE-0E77E9E4068F}" destId="{3620DB31-E803-634A-B03B-D10401590AB2}" srcOrd="1" destOrd="0" presId="urn:microsoft.com/office/officeart/2005/8/layout/hProcess4"/>
    <dgm:cxn modelId="{3DE6D2DF-79E0-EC44-861F-D9424E912828}" type="presOf" srcId="{9CEEBEFB-794A-0049-BE5C-B7E0A74235F6}" destId="{C532531C-9F79-1E4D-ADAA-C9C34779CC28}" srcOrd="1" destOrd="0" presId="urn:microsoft.com/office/officeart/2005/8/layout/hProcess4"/>
    <dgm:cxn modelId="{9657A8E6-7414-C543-ABD9-F4141F198E69}" type="presOf" srcId="{3A518EAC-5194-E443-B94F-128CA9579544}" destId="{7FD088DA-199F-3645-A30A-07C3724C1620}" srcOrd="0" destOrd="1" presId="urn:microsoft.com/office/officeart/2005/8/layout/hProcess4"/>
    <dgm:cxn modelId="{D049AAE6-BA54-884D-9B36-490A3A0CB9E3}" type="presOf" srcId="{32F3AD3F-5D60-864B-AB5D-2C6D2530C27D}" destId="{FF54D190-AD61-8D47-9B02-D7D319E32723}" srcOrd="0" destOrd="0" presId="urn:microsoft.com/office/officeart/2005/8/layout/hProcess4"/>
    <dgm:cxn modelId="{1AC82FF1-478D-BB40-97BC-8CDAD689422E}" type="presOf" srcId="{A1B82E30-654A-2343-8B20-8EB336AB0514}" destId="{DE30915C-E134-6244-898E-D13FDC92FD29}" srcOrd="0" destOrd="0" presId="urn:microsoft.com/office/officeart/2005/8/layout/hProcess4"/>
    <dgm:cxn modelId="{46C72EF2-F133-C845-8657-0F1EACD5E3F5}" srcId="{EB378A99-AEB2-D942-B902-6EB5E0B5E3FE}" destId="{47393E80-4E3A-5944-ACAE-0E77E9E4068F}" srcOrd="0" destOrd="0" parTransId="{3CD19127-B7DC-D44C-9077-BE95BD10B554}" sibTransId="{EF66A6C5-D768-3A4F-A59D-77F54A9FB62E}"/>
    <dgm:cxn modelId="{830C8FF4-1544-B147-9F3F-BFD05F784B48}" type="presOf" srcId="{6649FC83-5D7C-7548-9644-524EE7425924}" destId="{B0890110-A35B-134E-8CBA-639C74718178}" srcOrd="1" destOrd="2" presId="urn:microsoft.com/office/officeart/2005/8/layout/hProcess4"/>
    <dgm:cxn modelId="{045B3B5F-7464-8F46-B8C1-3EEA6628BC76}" type="presParOf" srcId="{6C397C22-23E3-B74B-AE92-F0D4051722BE}" destId="{2CB700FC-3685-B24B-A15C-FB9B9318DBE6}" srcOrd="0" destOrd="0" presId="urn:microsoft.com/office/officeart/2005/8/layout/hProcess4"/>
    <dgm:cxn modelId="{CC2F4165-EB5C-C544-AF06-4CB236BBBF4F}" type="presParOf" srcId="{6C397C22-23E3-B74B-AE92-F0D4051722BE}" destId="{ADB0A197-3DC9-2C48-B93D-064FB1250C54}" srcOrd="1" destOrd="0" presId="urn:microsoft.com/office/officeart/2005/8/layout/hProcess4"/>
    <dgm:cxn modelId="{E9C1BCD9-977C-E648-9F45-CCC7E30A04ED}" type="presParOf" srcId="{6C397C22-23E3-B74B-AE92-F0D4051722BE}" destId="{3F937144-47EB-5641-915E-DE671F90332B}" srcOrd="2" destOrd="0" presId="urn:microsoft.com/office/officeart/2005/8/layout/hProcess4"/>
    <dgm:cxn modelId="{85E162D1-2FFF-6B45-82F5-1DB71E5F298B}" type="presParOf" srcId="{3F937144-47EB-5641-915E-DE671F90332B}" destId="{CB85AD73-7B91-5943-9205-9F2D9E38DAD0}" srcOrd="0" destOrd="0" presId="urn:microsoft.com/office/officeart/2005/8/layout/hProcess4"/>
    <dgm:cxn modelId="{B1C75D87-FC50-1544-AD6F-9F9A5FB2D5A2}" type="presParOf" srcId="{CB85AD73-7B91-5943-9205-9F2D9E38DAD0}" destId="{71D174D3-E1E6-674B-A685-24E591F1A119}" srcOrd="0" destOrd="0" presId="urn:microsoft.com/office/officeart/2005/8/layout/hProcess4"/>
    <dgm:cxn modelId="{A1EC3016-1AB6-174D-A372-0493CBC5ED45}" type="presParOf" srcId="{CB85AD73-7B91-5943-9205-9F2D9E38DAD0}" destId="{9305AFBA-D840-4640-9ADF-6350C4A4A8DC}" srcOrd="1" destOrd="0" presId="urn:microsoft.com/office/officeart/2005/8/layout/hProcess4"/>
    <dgm:cxn modelId="{B2981974-C3EE-FF4C-B254-51309A62B5A5}" type="presParOf" srcId="{CB85AD73-7B91-5943-9205-9F2D9E38DAD0}" destId="{3620DB31-E803-634A-B03B-D10401590AB2}" srcOrd="2" destOrd="0" presId="urn:microsoft.com/office/officeart/2005/8/layout/hProcess4"/>
    <dgm:cxn modelId="{7003D522-51BC-D245-BD75-CCAE73B04814}" type="presParOf" srcId="{CB85AD73-7B91-5943-9205-9F2D9E38DAD0}" destId="{2D41532A-0287-0843-A75C-CD42D99820CA}" srcOrd="3" destOrd="0" presId="urn:microsoft.com/office/officeart/2005/8/layout/hProcess4"/>
    <dgm:cxn modelId="{7F490328-0BC9-E740-8F67-5F3D4023FF3F}" type="presParOf" srcId="{CB85AD73-7B91-5943-9205-9F2D9E38DAD0}" destId="{4FB68DBD-8618-2A48-9256-7BDD74DB46E6}" srcOrd="4" destOrd="0" presId="urn:microsoft.com/office/officeart/2005/8/layout/hProcess4"/>
    <dgm:cxn modelId="{1BE549CD-C8CE-DC46-A361-87AE32AA6094}" type="presParOf" srcId="{3F937144-47EB-5641-915E-DE671F90332B}" destId="{3E25AE04-30D0-734F-8F81-A8C89AF897E1}" srcOrd="1" destOrd="0" presId="urn:microsoft.com/office/officeart/2005/8/layout/hProcess4"/>
    <dgm:cxn modelId="{DDA60B57-B938-594A-9FC0-8A8F99290D78}" type="presParOf" srcId="{3F937144-47EB-5641-915E-DE671F90332B}" destId="{CE692EB2-9E62-334F-B7CF-082F1BB75BF6}" srcOrd="2" destOrd="0" presId="urn:microsoft.com/office/officeart/2005/8/layout/hProcess4"/>
    <dgm:cxn modelId="{1858A4E8-EF48-B346-9960-0E89DC7CD994}" type="presParOf" srcId="{CE692EB2-9E62-334F-B7CF-082F1BB75BF6}" destId="{E33711C7-91C5-C344-A3A2-13836C6D5F02}" srcOrd="0" destOrd="0" presId="urn:microsoft.com/office/officeart/2005/8/layout/hProcess4"/>
    <dgm:cxn modelId="{3825C899-1CA9-5C41-8BC6-BE260B291C19}" type="presParOf" srcId="{CE692EB2-9E62-334F-B7CF-082F1BB75BF6}" destId="{7FD088DA-199F-3645-A30A-07C3724C1620}" srcOrd="1" destOrd="0" presId="urn:microsoft.com/office/officeart/2005/8/layout/hProcess4"/>
    <dgm:cxn modelId="{3DF66525-9FB5-D341-BE45-B193B62632E3}" type="presParOf" srcId="{CE692EB2-9E62-334F-B7CF-082F1BB75BF6}" destId="{B0890110-A35B-134E-8CBA-639C74718178}" srcOrd="2" destOrd="0" presId="urn:microsoft.com/office/officeart/2005/8/layout/hProcess4"/>
    <dgm:cxn modelId="{2ECA9613-5CF9-224F-9EBC-4EF3D10D3FCF}" type="presParOf" srcId="{CE692EB2-9E62-334F-B7CF-082F1BB75BF6}" destId="{DE30915C-E134-6244-898E-D13FDC92FD29}" srcOrd="3" destOrd="0" presId="urn:microsoft.com/office/officeart/2005/8/layout/hProcess4"/>
    <dgm:cxn modelId="{5C1EC9FB-FC8C-764A-BDA8-5E195105E805}" type="presParOf" srcId="{CE692EB2-9E62-334F-B7CF-082F1BB75BF6}" destId="{8B49010B-A0F3-F946-A563-3F9C3E64853C}" srcOrd="4" destOrd="0" presId="urn:microsoft.com/office/officeart/2005/8/layout/hProcess4"/>
    <dgm:cxn modelId="{1CA65D9C-A67F-2048-833F-F15E10C3ED8E}" type="presParOf" srcId="{3F937144-47EB-5641-915E-DE671F90332B}" destId="{A8E6CDBE-3C2D-F649-97C1-B7B9C89B4F95}" srcOrd="3" destOrd="0" presId="urn:microsoft.com/office/officeart/2005/8/layout/hProcess4"/>
    <dgm:cxn modelId="{7F1DBDBE-BF70-E74A-B4DD-988A41A9C2C7}" type="presParOf" srcId="{3F937144-47EB-5641-915E-DE671F90332B}" destId="{C59E6DDC-17C9-5742-8122-C0041D846FFA}" srcOrd="4" destOrd="0" presId="urn:microsoft.com/office/officeart/2005/8/layout/hProcess4"/>
    <dgm:cxn modelId="{200500DF-F5C9-DC4C-A259-D19CF1F1C6A7}" type="presParOf" srcId="{C59E6DDC-17C9-5742-8122-C0041D846FFA}" destId="{D9F52B46-3FEB-5641-B7E5-85D200636284}" srcOrd="0" destOrd="0" presId="urn:microsoft.com/office/officeart/2005/8/layout/hProcess4"/>
    <dgm:cxn modelId="{BD4772EE-B2EB-3642-B152-EC885D17A6C5}" type="presParOf" srcId="{C59E6DDC-17C9-5742-8122-C0041D846FFA}" destId="{6B5B045D-79BF-444A-B5A2-11932C76FD42}" srcOrd="1" destOrd="0" presId="urn:microsoft.com/office/officeart/2005/8/layout/hProcess4"/>
    <dgm:cxn modelId="{4A7D5613-E39D-5A43-9EDD-C861C0B49E42}" type="presParOf" srcId="{C59E6DDC-17C9-5742-8122-C0041D846FFA}" destId="{123FD4DC-4103-5F46-84FB-DA2761E4A8BB}" srcOrd="2" destOrd="0" presId="urn:microsoft.com/office/officeart/2005/8/layout/hProcess4"/>
    <dgm:cxn modelId="{66E90E2C-316B-5140-83F9-E96DE93A7A8B}" type="presParOf" srcId="{C59E6DDC-17C9-5742-8122-C0041D846FFA}" destId="{FF54D190-AD61-8D47-9B02-D7D319E32723}" srcOrd="3" destOrd="0" presId="urn:microsoft.com/office/officeart/2005/8/layout/hProcess4"/>
    <dgm:cxn modelId="{6603A105-ABB5-1042-8A41-07CDE4FDF06F}" type="presParOf" srcId="{C59E6DDC-17C9-5742-8122-C0041D846FFA}" destId="{D5372D79-CB7A-A641-89AB-C86D6266C47E}" srcOrd="4" destOrd="0" presId="urn:microsoft.com/office/officeart/2005/8/layout/hProcess4"/>
    <dgm:cxn modelId="{DCEBDA07-A52C-404D-B1F7-FE92AC65527D}" type="presParOf" srcId="{3F937144-47EB-5641-915E-DE671F90332B}" destId="{080CBE64-C428-CB4F-9F89-2B9429CEA42F}" srcOrd="5" destOrd="0" presId="urn:microsoft.com/office/officeart/2005/8/layout/hProcess4"/>
    <dgm:cxn modelId="{9412E3FC-AB67-3647-9AF9-649D77790A71}" type="presParOf" srcId="{3F937144-47EB-5641-915E-DE671F90332B}" destId="{1A8152E9-233D-6647-B211-0C14F2AFDB70}" srcOrd="6" destOrd="0" presId="urn:microsoft.com/office/officeart/2005/8/layout/hProcess4"/>
    <dgm:cxn modelId="{ECC439D3-109C-EC48-B0DF-1DA6AECD66AB}" type="presParOf" srcId="{1A8152E9-233D-6647-B211-0C14F2AFDB70}" destId="{3C928DB2-C8FA-3446-AD6F-199EF9F4435E}" srcOrd="0" destOrd="0" presId="urn:microsoft.com/office/officeart/2005/8/layout/hProcess4"/>
    <dgm:cxn modelId="{7C61BBB1-5D94-A44A-A529-2A29131CDA12}" type="presParOf" srcId="{1A8152E9-233D-6647-B211-0C14F2AFDB70}" destId="{55460C37-B56C-4D40-A081-80C1365E6DE4}" srcOrd="1" destOrd="0" presId="urn:microsoft.com/office/officeart/2005/8/layout/hProcess4"/>
    <dgm:cxn modelId="{C8D3A021-3F05-DB4D-9ECF-8ED5F924C35D}" type="presParOf" srcId="{1A8152E9-233D-6647-B211-0C14F2AFDB70}" destId="{C532531C-9F79-1E4D-ADAA-C9C34779CC28}" srcOrd="2" destOrd="0" presId="urn:microsoft.com/office/officeart/2005/8/layout/hProcess4"/>
    <dgm:cxn modelId="{EC07D939-7C77-A440-9A17-10FC6575D553}" type="presParOf" srcId="{1A8152E9-233D-6647-B211-0C14F2AFDB70}" destId="{71265F13-DECC-514A-86C3-3162BBA0728A}" srcOrd="3" destOrd="0" presId="urn:microsoft.com/office/officeart/2005/8/layout/hProcess4"/>
    <dgm:cxn modelId="{02D018DB-AD61-0144-B0EC-C5BB46D2576E}" type="presParOf" srcId="{1A8152E9-233D-6647-B211-0C14F2AFDB70}" destId="{54793F15-5BA6-8F4C-8E65-5F24DBE43078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6742446-E693-0F4C-9B1F-407D983BB008}" type="doc">
      <dgm:prSet loTypeId="urn:microsoft.com/office/officeart/2005/8/layout/hProcess4" loCatId="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GB"/>
        </a:p>
      </dgm:t>
    </dgm:pt>
    <dgm:pt modelId="{EB378A99-AEB2-D942-B902-6EB5E0B5E3FE}">
      <dgm:prSet phldrT="[Text]" custT="1"/>
      <dgm:spPr/>
      <dgm:t>
        <a:bodyPr/>
        <a:lstStyle/>
        <a:p>
          <a:r>
            <a:rPr lang="en-GB" sz="2400" dirty="0"/>
            <a:t>Bank Export</a:t>
          </a:r>
        </a:p>
      </dgm:t>
    </dgm:pt>
    <dgm:pt modelId="{29746A46-0997-B345-9DFA-3ECEF765273B}" type="parTrans" cxnId="{D8469DD0-2D39-474C-A147-60C18CFF15ED}">
      <dgm:prSet/>
      <dgm:spPr/>
      <dgm:t>
        <a:bodyPr/>
        <a:lstStyle/>
        <a:p>
          <a:endParaRPr lang="en-GB"/>
        </a:p>
      </dgm:t>
    </dgm:pt>
    <dgm:pt modelId="{3DF643FD-4913-1B41-8C01-1FFC52D42FAF}" type="sibTrans" cxnId="{D8469DD0-2D39-474C-A147-60C18CFF15ED}">
      <dgm:prSet/>
      <dgm:spPr/>
      <dgm:t>
        <a:bodyPr/>
        <a:lstStyle/>
        <a:p>
          <a:endParaRPr lang="en-GB"/>
        </a:p>
      </dgm:t>
    </dgm:pt>
    <dgm:pt modelId="{A1B82E30-654A-2343-8B20-8EB336AB0514}">
      <dgm:prSet phldrT="[Text]"/>
      <dgm:spPr/>
      <dgm:t>
        <a:bodyPr/>
        <a:lstStyle/>
        <a:p>
          <a:r>
            <a:rPr lang="en-GB" dirty="0"/>
            <a:t>Govt Reports</a:t>
          </a:r>
        </a:p>
      </dgm:t>
    </dgm:pt>
    <dgm:pt modelId="{596AEB6D-ED8C-D247-A3C6-C04FA4724A3A}" type="parTrans" cxnId="{F26ED530-29C5-574E-9C15-CA2A2E61E43D}">
      <dgm:prSet/>
      <dgm:spPr/>
      <dgm:t>
        <a:bodyPr/>
        <a:lstStyle/>
        <a:p>
          <a:endParaRPr lang="en-GB"/>
        </a:p>
      </dgm:t>
    </dgm:pt>
    <dgm:pt modelId="{77417E40-05FD-6A42-B45A-8264B647F227}" type="sibTrans" cxnId="{F26ED530-29C5-574E-9C15-CA2A2E61E43D}">
      <dgm:prSet/>
      <dgm:spPr/>
      <dgm:t>
        <a:bodyPr/>
        <a:lstStyle/>
        <a:p>
          <a:endParaRPr lang="en-GB"/>
        </a:p>
      </dgm:t>
    </dgm:pt>
    <dgm:pt modelId="{BB849BDC-75B4-CF42-9D5C-D4AF1B5B1EB8}">
      <dgm:prSet phldrT="[Text]"/>
      <dgm:spPr/>
      <dgm:t>
        <a:bodyPr/>
        <a:lstStyle/>
        <a:p>
          <a:r>
            <a:rPr lang="en-GB" dirty="0"/>
            <a:t>Automatic generation of Govt reports</a:t>
          </a:r>
        </a:p>
      </dgm:t>
    </dgm:pt>
    <dgm:pt modelId="{6B1C63A1-F9C4-C141-99FE-529F2599B97F}" type="parTrans" cxnId="{0803F01D-446C-F249-8403-4F00C0F0DB72}">
      <dgm:prSet/>
      <dgm:spPr/>
      <dgm:t>
        <a:bodyPr/>
        <a:lstStyle/>
        <a:p>
          <a:endParaRPr lang="en-GB"/>
        </a:p>
      </dgm:t>
    </dgm:pt>
    <dgm:pt modelId="{5FC46890-8DD9-B84E-B102-22C9946A9885}" type="sibTrans" cxnId="{0803F01D-446C-F249-8403-4F00C0F0DB72}">
      <dgm:prSet/>
      <dgm:spPr/>
      <dgm:t>
        <a:bodyPr/>
        <a:lstStyle/>
        <a:p>
          <a:endParaRPr lang="en-GB"/>
        </a:p>
      </dgm:t>
    </dgm:pt>
    <dgm:pt modelId="{3A518EAC-5194-E443-B94F-128CA9579544}">
      <dgm:prSet phldrT="[Text]"/>
      <dgm:spPr/>
      <dgm:t>
        <a:bodyPr/>
        <a:lstStyle/>
        <a:p>
          <a:r>
            <a:rPr lang="en-GB" dirty="0"/>
            <a:t>Govt report for selected employees</a:t>
          </a:r>
        </a:p>
      </dgm:t>
    </dgm:pt>
    <dgm:pt modelId="{7422EA26-6AFC-DD42-949C-F0407B209556}" type="parTrans" cxnId="{D28406B3-B8F3-FC45-8E99-6088F65E54B1}">
      <dgm:prSet/>
      <dgm:spPr/>
      <dgm:t>
        <a:bodyPr/>
        <a:lstStyle/>
        <a:p>
          <a:endParaRPr lang="en-GB"/>
        </a:p>
      </dgm:t>
    </dgm:pt>
    <dgm:pt modelId="{8AD49545-DF04-094D-899D-921BE8FE3FB3}" type="sibTrans" cxnId="{D28406B3-B8F3-FC45-8E99-6088F65E54B1}">
      <dgm:prSet/>
      <dgm:spPr/>
      <dgm:t>
        <a:bodyPr/>
        <a:lstStyle/>
        <a:p>
          <a:endParaRPr lang="en-GB"/>
        </a:p>
      </dgm:t>
    </dgm:pt>
    <dgm:pt modelId="{32F3AD3F-5D60-864B-AB5D-2C6D2530C27D}">
      <dgm:prSet phldrT="[Text]"/>
      <dgm:spPr/>
      <dgm:t>
        <a:bodyPr/>
        <a:lstStyle/>
        <a:p>
          <a:r>
            <a:rPr lang="en-GB" dirty="0"/>
            <a:t>Analytics</a:t>
          </a:r>
        </a:p>
      </dgm:t>
    </dgm:pt>
    <dgm:pt modelId="{5A15284A-2272-C04E-997F-99325332D5EA}" type="parTrans" cxnId="{CA39141C-85FD-5C4D-BA43-2E82A4A0E9E5}">
      <dgm:prSet/>
      <dgm:spPr/>
      <dgm:t>
        <a:bodyPr/>
        <a:lstStyle/>
        <a:p>
          <a:endParaRPr lang="en-GB"/>
        </a:p>
      </dgm:t>
    </dgm:pt>
    <dgm:pt modelId="{29FC19FD-2AD8-7D4C-B4C6-0FBB6BF0EF37}" type="sibTrans" cxnId="{CA39141C-85FD-5C4D-BA43-2E82A4A0E9E5}">
      <dgm:prSet/>
      <dgm:spPr/>
      <dgm:t>
        <a:bodyPr/>
        <a:lstStyle/>
        <a:p>
          <a:endParaRPr lang="en-GB"/>
        </a:p>
      </dgm:t>
    </dgm:pt>
    <dgm:pt modelId="{87A21D0F-C57C-DF43-8E12-D339FA45DF82}">
      <dgm:prSet phldrT="[Text]"/>
      <dgm:spPr/>
      <dgm:t>
        <a:bodyPr/>
        <a:lstStyle/>
        <a:p>
          <a:r>
            <a:rPr lang="en-GB" dirty="0"/>
            <a:t>Org structure</a:t>
          </a:r>
        </a:p>
      </dgm:t>
    </dgm:pt>
    <dgm:pt modelId="{59348D5E-F521-864B-8107-3C46727679A0}" type="parTrans" cxnId="{4AC3DC8E-95CC-F44C-AFCB-67209A9F294F}">
      <dgm:prSet/>
      <dgm:spPr/>
      <dgm:t>
        <a:bodyPr/>
        <a:lstStyle/>
        <a:p>
          <a:endParaRPr lang="en-GB"/>
        </a:p>
      </dgm:t>
    </dgm:pt>
    <dgm:pt modelId="{3B6718BD-19DF-014E-8293-4E415EA2E50D}" type="sibTrans" cxnId="{4AC3DC8E-95CC-F44C-AFCB-67209A9F294F}">
      <dgm:prSet/>
      <dgm:spPr/>
      <dgm:t>
        <a:bodyPr/>
        <a:lstStyle/>
        <a:p>
          <a:endParaRPr lang="en-GB"/>
        </a:p>
      </dgm:t>
    </dgm:pt>
    <dgm:pt modelId="{47393E80-4E3A-5944-ACAE-0E77E9E4068F}">
      <dgm:prSet phldrT="[Text]" custT="1"/>
      <dgm:spPr/>
      <dgm:t>
        <a:bodyPr/>
        <a:lstStyle/>
        <a:p>
          <a:r>
            <a:rPr lang="en-GB" sz="1300" dirty="0"/>
            <a:t>Bank export preview</a:t>
          </a:r>
        </a:p>
      </dgm:t>
    </dgm:pt>
    <dgm:pt modelId="{3CD19127-B7DC-D44C-9077-BE95BD10B554}" type="parTrans" cxnId="{46C72EF2-F133-C845-8657-0F1EACD5E3F5}">
      <dgm:prSet/>
      <dgm:spPr/>
      <dgm:t>
        <a:bodyPr/>
        <a:lstStyle/>
        <a:p>
          <a:endParaRPr lang="en-GB"/>
        </a:p>
      </dgm:t>
    </dgm:pt>
    <dgm:pt modelId="{EF66A6C5-D768-3A4F-A59D-77F54A9FB62E}" type="sibTrans" cxnId="{46C72EF2-F133-C845-8657-0F1EACD5E3F5}">
      <dgm:prSet/>
      <dgm:spPr/>
      <dgm:t>
        <a:bodyPr/>
        <a:lstStyle/>
        <a:p>
          <a:endParaRPr lang="en-GB"/>
        </a:p>
      </dgm:t>
    </dgm:pt>
    <dgm:pt modelId="{A8086802-49BA-D24C-89AF-8C4CBCF0B83D}">
      <dgm:prSet phldrT="[Text]" custT="1"/>
      <dgm:spPr/>
      <dgm:t>
        <a:bodyPr/>
        <a:lstStyle/>
        <a:p>
          <a:r>
            <a:rPr lang="en-GB" sz="1300" dirty="0"/>
            <a:t>Bank export download</a:t>
          </a:r>
        </a:p>
      </dgm:t>
    </dgm:pt>
    <dgm:pt modelId="{B07134A8-5BA7-164A-A231-70297358A599}" type="parTrans" cxnId="{006C6166-1E99-C846-A985-AF93CDD4905E}">
      <dgm:prSet/>
      <dgm:spPr/>
      <dgm:t>
        <a:bodyPr/>
        <a:lstStyle/>
        <a:p>
          <a:endParaRPr lang="en-GB"/>
        </a:p>
      </dgm:t>
    </dgm:pt>
    <dgm:pt modelId="{B497C57E-71A5-1044-91D2-064CB02FBC90}" type="sibTrans" cxnId="{006C6166-1E99-C846-A985-AF93CDD4905E}">
      <dgm:prSet/>
      <dgm:spPr/>
      <dgm:t>
        <a:bodyPr/>
        <a:lstStyle/>
        <a:p>
          <a:endParaRPr lang="en-GB"/>
        </a:p>
      </dgm:t>
    </dgm:pt>
    <dgm:pt modelId="{5FC1C41F-1CBA-CA4E-A611-E7013D09DBF1}">
      <dgm:prSet phldrT="[Text]" custT="1"/>
      <dgm:spPr/>
      <dgm:t>
        <a:bodyPr/>
        <a:lstStyle/>
        <a:p>
          <a:r>
            <a:rPr lang="en-GB" sz="1300" dirty="0"/>
            <a:t>Multiple formats</a:t>
          </a:r>
        </a:p>
      </dgm:t>
    </dgm:pt>
    <dgm:pt modelId="{D9073C8C-403E-574A-9D6F-C5809673B7BF}" type="parTrans" cxnId="{CAB9C18E-B38F-CE4B-8746-D99E2840C594}">
      <dgm:prSet/>
      <dgm:spPr/>
      <dgm:t>
        <a:bodyPr/>
        <a:lstStyle/>
        <a:p>
          <a:endParaRPr lang="en-GB"/>
        </a:p>
      </dgm:t>
    </dgm:pt>
    <dgm:pt modelId="{DBD04414-8E7E-7A43-A456-AC9D467B64B2}" type="sibTrans" cxnId="{CAB9C18E-B38F-CE4B-8746-D99E2840C594}">
      <dgm:prSet/>
      <dgm:spPr/>
      <dgm:t>
        <a:bodyPr/>
        <a:lstStyle/>
        <a:p>
          <a:endParaRPr lang="en-GB"/>
        </a:p>
      </dgm:t>
    </dgm:pt>
    <dgm:pt modelId="{ADAB54FC-DA26-EC4E-AAAF-65AEB3201026}">
      <dgm:prSet phldrT="[Text]"/>
      <dgm:spPr/>
      <dgm:t>
        <a:bodyPr/>
        <a:lstStyle/>
        <a:p>
          <a:r>
            <a:rPr lang="en-GB" dirty="0"/>
            <a:t>Drill down reports</a:t>
          </a:r>
        </a:p>
      </dgm:t>
    </dgm:pt>
    <dgm:pt modelId="{7BD890CA-79D8-7046-9DAF-39E3C111437B}" type="parTrans" cxnId="{92AF89BC-19D5-2440-8969-41A16FB59928}">
      <dgm:prSet/>
      <dgm:spPr/>
      <dgm:t>
        <a:bodyPr/>
        <a:lstStyle/>
        <a:p>
          <a:endParaRPr lang="en-GB"/>
        </a:p>
      </dgm:t>
    </dgm:pt>
    <dgm:pt modelId="{7FFC2501-14E3-7E44-A8A9-7648D0128049}" type="sibTrans" cxnId="{92AF89BC-19D5-2440-8969-41A16FB59928}">
      <dgm:prSet/>
      <dgm:spPr/>
      <dgm:t>
        <a:bodyPr/>
        <a:lstStyle/>
        <a:p>
          <a:endParaRPr lang="en-GB"/>
        </a:p>
      </dgm:t>
    </dgm:pt>
    <dgm:pt modelId="{E0777A59-A875-324A-BE20-274B269B628C}">
      <dgm:prSet phldrT="[Text]"/>
      <dgm:spPr/>
      <dgm:t>
        <a:bodyPr/>
        <a:lstStyle/>
        <a:p>
          <a:r>
            <a:rPr lang="en-GB" dirty="0"/>
            <a:t>Chart </a:t>
          </a:r>
          <a:r>
            <a:rPr lang="en-GB" dirty="0" err="1"/>
            <a:t>componenets</a:t>
          </a:r>
          <a:r>
            <a:rPr lang="en-GB" dirty="0"/>
            <a:t> drill down</a:t>
          </a:r>
        </a:p>
      </dgm:t>
    </dgm:pt>
    <dgm:pt modelId="{D002E7EA-9482-B14A-9957-75240F237949}" type="parTrans" cxnId="{012050EE-4319-9341-BCCA-C97920958D6A}">
      <dgm:prSet/>
      <dgm:spPr/>
      <dgm:t>
        <a:bodyPr/>
        <a:lstStyle/>
        <a:p>
          <a:endParaRPr lang="en-GB"/>
        </a:p>
      </dgm:t>
    </dgm:pt>
    <dgm:pt modelId="{91D10E5F-5FE3-794C-87A6-10B36837034B}" type="sibTrans" cxnId="{012050EE-4319-9341-BCCA-C97920958D6A}">
      <dgm:prSet/>
      <dgm:spPr/>
      <dgm:t>
        <a:bodyPr/>
        <a:lstStyle/>
        <a:p>
          <a:endParaRPr lang="en-GB"/>
        </a:p>
      </dgm:t>
    </dgm:pt>
    <dgm:pt modelId="{5479DBA8-1955-FB41-8674-16E7A86506B4}">
      <dgm:prSet phldrT="[Text]"/>
      <dgm:spPr/>
      <dgm:t>
        <a:bodyPr/>
        <a:lstStyle/>
        <a:p>
          <a:r>
            <a:rPr lang="en-GB" dirty="0"/>
            <a:t>Multiple reports configurable</a:t>
          </a:r>
        </a:p>
      </dgm:t>
    </dgm:pt>
    <dgm:pt modelId="{A6E672BF-92D0-FC4F-823D-7D959E28D3ED}" type="parTrans" cxnId="{D42A56AE-8130-6246-A6E2-DE6D0F8D43E3}">
      <dgm:prSet/>
      <dgm:spPr/>
      <dgm:t>
        <a:bodyPr/>
        <a:lstStyle/>
        <a:p>
          <a:endParaRPr lang="en-GB"/>
        </a:p>
      </dgm:t>
    </dgm:pt>
    <dgm:pt modelId="{768E72B6-618A-D947-9D42-0426F6BA031C}" type="sibTrans" cxnId="{D42A56AE-8130-6246-A6E2-DE6D0F8D43E3}">
      <dgm:prSet/>
      <dgm:spPr/>
      <dgm:t>
        <a:bodyPr/>
        <a:lstStyle/>
        <a:p>
          <a:endParaRPr lang="en-GB"/>
        </a:p>
      </dgm:t>
    </dgm:pt>
    <dgm:pt modelId="{ADE9C42B-B76F-2E4E-870F-FC0275EB2A2F}">
      <dgm:prSet phldrT="[Text]"/>
      <dgm:spPr/>
      <dgm:t>
        <a:bodyPr/>
        <a:lstStyle/>
        <a:p>
          <a:r>
            <a:rPr lang="en-GB" dirty="0"/>
            <a:t>Pivots</a:t>
          </a:r>
        </a:p>
      </dgm:t>
    </dgm:pt>
    <dgm:pt modelId="{732A0903-61A4-EF4D-BE22-FE8E63171564}" type="parTrans" cxnId="{5A70C846-D4F5-0045-99C3-A7B36D8BF48D}">
      <dgm:prSet/>
      <dgm:spPr/>
      <dgm:t>
        <a:bodyPr/>
        <a:lstStyle/>
        <a:p>
          <a:endParaRPr lang="en-GB"/>
        </a:p>
      </dgm:t>
    </dgm:pt>
    <dgm:pt modelId="{8E99DE2A-ACA1-AC44-AFBE-5D7F9D6F1B29}" type="sibTrans" cxnId="{5A70C846-D4F5-0045-99C3-A7B36D8BF48D}">
      <dgm:prSet/>
      <dgm:spPr/>
      <dgm:t>
        <a:bodyPr/>
        <a:lstStyle/>
        <a:p>
          <a:endParaRPr lang="en-GB"/>
        </a:p>
      </dgm:t>
    </dgm:pt>
    <dgm:pt modelId="{22793A41-9084-AD42-884C-E4556FBC881E}">
      <dgm:prSet phldrT="[Text]"/>
      <dgm:spPr/>
      <dgm:t>
        <a:bodyPr/>
        <a:lstStyle/>
        <a:p>
          <a:r>
            <a:rPr lang="en-GB" dirty="0"/>
            <a:t>Timesheets</a:t>
          </a:r>
        </a:p>
      </dgm:t>
    </dgm:pt>
    <dgm:pt modelId="{BB3FCCBB-835C-EF49-B3E6-788ED95C03DA}" type="parTrans" cxnId="{A71A60FF-4502-A546-8F3B-6AB53CB23FD2}">
      <dgm:prSet/>
      <dgm:spPr/>
    </dgm:pt>
    <dgm:pt modelId="{77413C77-3E28-DF4F-B85C-09347B9CB32D}" type="sibTrans" cxnId="{A71A60FF-4502-A546-8F3B-6AB53CB23FD2}">
      <dgm:prSet/>
      <dgm:spPr/>
    </dgm:pt>
    <dgm:pt modelId="{6AACF2B9-D40B-8042-9FA0-32D68B46DDFC}">
      <dgm:prSet phldrT="[Text]"/>
      <dgm:spPr/>
      <dgm:t>
        <a:bodyPr/>
        <a:lstStyle/>
        <a:p>
          <a:r>
            <a:rPr lang="en-GB" dirty="0"/>
            <a:t>Check in / Check out</a:t>
          </a:r>
        </a:p>
      </dgm:t>
    </dgm:pt>
    <dgm:pt modelId="{624DBF99-AFDC-5643-B4A3-F35D7E49AB2F}" type="parTrans" cxnId="{7DCC7E5A-427D-EA44-AABE-8EB1406A9C95}">
      <dgm:prSet/>
      <dgm:spPr/>
    </dgm:pt>
    <dgm:pt modelId="{A2B0471C-2BBB-2B43-ABA1-B67C3A799E8D}" type="sibTrans" cxnId="{7DCC7E5A-427D-EA44-AABE-8EB1406A9C95}">
      <dgm:prSet/>
      <dgm:spPr/>
    </dgm:pt>
    <dgm:pt modelId="{2953676B-CD37-FD4C-BEC2-D785D5CA8067}">
      <dgm:prSet phldrT="[Text]"/>
      <dgm:spPr/>
      <dgm:t>
        <a:bodyPr/>
        <a:lstStyle/>
        <a:p>
          <a:r>
            <a:rPr lang="en-GB" dirty="0"/>
            <a:t>Shifts</a:t>
          </a:r>
        </a:p>
      </dgm:t>
    </dgm:pt>
    <dgm:pt modelId="{5810D632-38D4-444D-B124-38188B0BEF3C}" type="parTrans" cxnId="{741BE602-CF37-3B44-A894-C24DB44ED75F}">
      <dgm:prSet/>
      <dgm:spPr/>
    </dgm:pt>
    <dgm:pt modelId="{CE30F1F1-6B30-8D4C-9F8C-1013A9B69702}" type="sibTrans" cxnId="{741BE602-CF37-3B44-A894-C24DB44ED75F}">
      <dgm:prSet/>
      <dgm:spPr/>
    </dgm:pt>
    <dgm:pt modelId="{DB17E52E-A727-F744-9450-483B2A1D37EA}">
      <dgm:prSet phldrT="[Text]"/>
      <dgm:spPr/>
      <dgm:t>
        <a:bodyPr/>
        <a:lstStyle/>
        <a:p>
          <a:r>
            <a:rPr lang="en-GB" dirty="0"/>
            <a:t>Overtime</a:t>
          </a:r>
        </a:p>
      </dgm:t>
    </dgm:pt>
    <dgm:pt modelId="{3347FA69-DEB3-4840-BBC7-A3D93919E96E}" type="parTrans" cxnId="{6379C5EC-9C11-154C-9867-D2F9CE51C91C}">
      <dgm:prSet/>
      <dgm:spPr/>
    </dgm:pt>
    <dgm:pt modelId="{86C00285-2C69-A046-B56A-49959D217390}" type="sibTrans" cxnId="{6379C5EC-9C11-154C-9867-D2F9CE51C91C}">
      <dgm:prSet/>
      <dgm:spPr/>
    </dgm:pt>
    <dgm:pt modelId="{0974BD61-0278-C442-BD27-6D1F1FE9F41C}">
      <dgm:prSet phldrT="[Text]"/>
      <dgm:spPr/>
      <dgm:t>
        <a:bodyPr/>
        <a:lstStyle/>
        <a:p>
          <a:r>
            <a:rPr lang="en-GB" dirty="0"/>
            <a:t>Timesheet entry</a:t>
          </a:r>
        </a:p>
      </dgm:t>
    </dgm:pt>
    <dgm:pt modelId="{16732A5E-062B-DC42-B336-72D5ECAB2678}" type="parTrans" cxnId="{669FDB9D-E367-3843-8872-37AAD6C408E6}">
      <dgm:prSet/>
      <dgm:spPr/>
    </dgm:pt>
    <dgm:pt modelId="{66FB2CA2-757E-4B48-9511-A33B3FB0E51C}" type="sibTrans" cxnId="{669FDB9D-E367-3843-8872-37AAD6C408E6}">
      <dgm:prSet/>
      <dgm:spPr/>
    </dgm:pt>
    <dgm:pt modelId="{7B5E5360-0368-BD4E-999E-E0C689110A6E}">
      <dgm:prSet phldrT="[Text]"/>
      <dgm:spPr/>
      <dgm:t>
        <a:bodyPr/>
        <a:lstStyle/>
        <a:p>
          <a:r>
            <a:rPr lang="en-GB" dirty="0"/>
            <a:t>Leaves</a:t>
          </a:r>
        </a:p>
      </dgm:t>
    </dgm:pt>
    <dgm:pt modelId="{74E3606B-3F00-8843-8B02-7869FF9B4377}" type="parTrans" cxnId="{87DA65BB-9920-A744-8308-701F08E1A6C4}">
      <dgm:prSet/>
      <dgm:spPr/>
    </dgm:pt>
    <dgm:pt modelId="{A9ED6711-CC01-4F46-B4FE-228AF6C1C219}" type="sibTrans" cxnId="{87DA65BB-9920-A744-8308-701F08E1A6C4}">
      <dgm:prSet/>
      <dgm:spPr/>
    </dgm:pt>
    <dgm:pt modelId="{6C397C22-23E3-B74B-AE92-F0D4051722BE}" type="pres">
      <dgm:prSet presAssocID="{46742446-E693-0F4C-9B1F-407D983BB008}" presName="Name0" presStyleCnt="0">
        <dgm:presLayoutVars>
          <dgm:dir/>
          <dgm:animLvl val="lvl"/>
          <dgm:resizeHandles val="exact"/>
        </dgm:presLayoutVars>
      </dgm:prSet>
      <dgm:spPr/>
    </dgm:pt>
    <dgm:pt modelId="{2CB700FC-3685-B24B-A15C-FB9B9318DBE6}" type="pres">
      <dgm:prSet presAssocID="{46742446-E693-0F4C-9B1F-407D983BB008}" presName="tSp" presStyleCnt="0"/>
      <dgm:spPr/>
    </dgm:pt>
    <dgm:pt modelId="{ADB0A197-3DC9-2C48-B93D-064FB1250C54}" type="pres">
      <dgm:prSet presAssocID="{46742446-E693-0F4C-9B1F-407D983BB008}" presName="bSp" presStyleCnt="0"/>
      <dgm:spPr/>
    </dgm:pt>
    <dgm:pt modelId="{3F937144-47EB-5641-915E-DE671F90332B}" type="pres">
      <dgm:prSet presAssocID="{46742446-E693-0F4C-9B1F-407D983BB008}" presName="process" presStyleCnt="0"/>
      <dgm:spPr/>
    </dgm:pt>
    <dgm:pt modelId="{CB85AD73-7B91-5943-9205-9F2D9E38DAD0}" type="pres">
      <dgm:prSet presAssocID="{EB378A99-AEB2-D942-B902-6EB5E0B5E3FE}" presName="composite1" presStyleCnt="0"/>
      <dgm:spPr/>
    </dgm:pt>
    <dgm:pt modelId="{71D174D3-E1E6-674B-A685-24E591F1A119}" type="pres">
      <dgm:prSet presAssocID="{EB378A99-AEB2-D942-B902-6EB5E0B5E3FE}" presName="dummyNode1" presStyleLbl="node1" presStyleIdx="0" presStyleCnt="4"/>
      <dgm:spPr/>
    </dgm:pt>
    <dgm:pt modelId="{9305AFBA-D840-4640-9ADF-6350C4A4A8DC}" type="pres">
      <dgm:prSet presAssocID="{EB378A99-AEB2-D942-B902-6EB5E0B5E3FE}" presName="childNode1" presStyleLbl="bgAcc1" presStyleIdx="0" presStyleCnt="4">
        <dgm:presLayoutVars>
          <dgm:bulletEnabled val="1"/>
        </dgm:presLayoutVars>
      </dgm:prSet>
      <dgm:spPr/>
    </dgm:pt>
    <dgm:pt modelId="{3620DB31-E803-634A-B03B-D10401590AB2}" type="pres">
      <dgm:prSet presAssocID="{EB378A99-AEB2-D942-B902-6EB5E0B5E3FE}" presName="childNode1tx" presStyleLbl="bgAcc1" presStyleIdx="0" presStyleCnt="4">
        <dgm:presLayoutVars>
          <dgm:bulletEnabled val="1"/>
        </dgm:presLayoutVars>
      </dgm:prSet>
      <dgm:spPr/>
    </dgm:pt>
    <dgm:pt modelId="{2D41532A-0287-0843-A75C-CD42D99820CA}" type="pres">
      <dgm:prSet presAssocID="{EB378A99-AEB2-D942-B902-6EB5E0B5E3FE}" presName="parentNode1" presStyleLbl="node1" presStyleIdx="0" presStyleCnt="4">
        <dgm:presLayoutVars>
          <dgm:chMax val="1"/>
          <dgm:bulletEnabled val="1"/>
        </dgm:presLayoutVars>
      </dgm:prSet>
      <dgm:spPr/>
    </dgm:pt>
    <dgm:pt modelId="{4FB68DBD-8618-2A48-9256-7BDD74DB46E6}" type="pres">
      <dgm:prSet presAssocID="{EB378A99-AEB2-D942-B902-6EB5E0B5E3FE}" presName="connSite1" presStyleCnt="0"/>
      <dgm:spPr/>
    </dgm:pt>
    <dgm:pt modelId="{3E25AE04-30D0-734F-8F81-A8C89AF897E1}" type="pres">
      <dgm:prSet presAssocID="{3DF643FD-4913-1B41-8C01-1FFC52D42FAF}" presName="Name9" presStyleLbl="sibTrans2D1" presStyleIdx="0" presStyleCnt="3"/>
      <dgm:spPr/>
    </dgm:pt>
    <dgm:pt modelId="{CE692EB2-9E62-334F-B7CF-082F1BB75BF6}" type="pres">
      <dgm:prSet presAssocID="{A1B82E30-654A-2343-8B20-8EB336AB0514}" presName="composite2" presStyleCnt="0"/>
      <dgm:spPr/>
    </dgm:pt>
    <dgm:pt modelId="{E33711C7-91C5-C344-A3A2-13836C6D5F02}" type="pres">
      <dgm:prSet presAssocID="{A1B82E30-654A-2343-8B20-8EB336AB0514}" presName="dummyNode2" presStyleLbl="node1" presStyleIdx="0" presStyleCnt="4"/>
      <dgm:spPr/>
    </dgm:pt>
    <dgm:pt modelId="{7FD088DA-199F-3645-A30A-07C3724C1620}" type="pres">
      <dgm:prSet presAssocID="{A1B82E30-654A-2343-8B20-8EB336AB0514}" presName="childNode2" presStyleLbl="bgAcc1" presStyleIdx="1" presStyleCnt="4">
        <dgm:presLayoutVars>
          <dgm:bulletEnabled val="1"/>
        </dgm:presLayoutVars>
      </dgm:prSet>
      <dgm:spPr/>
    </dgm:pt>
    <dgm:pt modelId="{B0890110-A35B-134E-8CBA-639C74718178}" type="pres">
      <dgm:prSet presAssocID="{A1B82E30-654A-2343-8B20-8EB336AB0514}" presName="childNode2tx" presStyleLbl="bgAcc1" presStyleIdx="1" presStyleCnt="4">
        <dgm:presLayoutVars>
          <dgm:bulletEnabled val="1"/>
        </dgm:presLayoutVars>
      </dgm:prSet>
      <dgm:spPr/>
    </dgm:pt>
    <dgm:pt modelId="{DE30915C-E134-6244-898E-D13FDC92FD29}" type="pres">
      <dgm:prSet presAssocID="{A1B82E30-654A-2343-8B20-8EB336AB0514}" presName="parentNode2" presStyleLbl="node1" presStyleIdx="1" presStyleCnt="4">
        <dgm:presLayoutVars>
          <dgm:chMax val="0"/>
          <dgm:bulletEnabled val="1"/>
        </dgm:presLayoutVars>
      </dgm:prSet>
      <dgm:spPr/>
    </dgm:pt>
    <dgm:pt modelId="{8B49010B-A0F3-F946-A563-3F9C3E64853C}" type="pres">
      <dgm:prSet presAssocID="{A1B82E30-654A-2343-8B20-8EB336AB0514}" presName="connSite2" presStyleCnt="0"/>
      <dgm:spPr/>
    </dgm:pt>
    <dgm:pt modelId="{A8E6CDBE-3C2D-F649-97C1-B7B9C89B4F95}" type="pres">
      <dgm:prSet presAssocID="{77417E40-05FD-6A42-B45A-8264B647F227}" presName="Name18" presStyleLbl="sibTrans2D1" presStyleIdx="1" presStyleCnt="3"/>
      <dgm:spPr/>
    </dgm:pt>
    <dgm:pt modelId="{C59E6DDC-17C9-5742-8122-C0041D846FFA}" type="pres">
      <dgm:prSet presAssocID="{32F3AD3F-5D60-864B-AB5D-2C6D2530C27D}" presName="composite1" presStyleCnt="0"/>
      <dgm:spPr/>
    </dgm:pt>
    <dgm:pt modelId="{D9F52B46-3FEB-5641-B7E5-85D200636284}" type="pres">
      <dgm:prSet presAssocID="{32F3AD3F-5D60-864B-AB5D-2C6D2530C27D}" presName="dummyNode1" presStyleLbl="node1" presStyleIdx="1" presStyleCnt="4"/>
      <dgm:spPr/>
    </dgm:pt>
    <dgm:pt modelId="{6B5B045D-79BF-444A-B5A2-11932C76FD42}" type="pres">
      <dgm:prSet presAssocID="{32F3AD3F-5D60-864B-AB5D-2C6D2530C27D}" presName="childNode1" presStyleLbl="bgAcc1" presStyleIdx="2" presStyleCnt="4">
        <dgm:presLayoutVars>
          <dgm:bulletEnabled val="1"/>
        </dgm:presLayoutVars>
      </dgm:prSet>
      <dgm:spPr/>
    </dgm:pt>
    <dgm:pt modelId="{123FD4DC-4103-5F46-84FB-DA2761E4A8BB}" type="pres">
      <dgm:prSet presAssocID="{32F3AD3F-5D60-864B-AB5D-2C6D2530C27D}" presName="childNode1tx" presStyleLbl="bgAcc1" presStyleIdx="2" presStyleCnt="4">
        <dgm:presLayoutVars>
          <dgm:bulletEnabled val="1"/>
        </dgm:presLayoutVars>
      </dgm:prSet>
      <dgm:spPr/>
    </dgm:pt>
    <dgm:pt modelId="{FF54D190-AD61-8D47-9B02-D7D319E32723}" type="pres">
      <dgm:prSet presAssocID="{32F3AD3F-5D60-864B-AB5D-2C6D2530C27D}" presName="parentNode1" presStyleLbl="node1" presStyleIdx="2" presStyleCnt="4">
        <dgm:presLayoutVars>
          <dgm:chMax val="1"/>
          <dgm:bulletEnabled val="1"/>
        </dgm:presLayoutVars>
      </dgm:prSet>
      <dgm:spPr/>
    </dgm:pt>
    <dgm:pt modelId="{D5372D79-CB7A-A641-89AB-C86D6266C47E}" type="pres">
      <dgm:prSet presAssocID="{32F3AD3F-5D60-864B-AB5D-2C6D2530C27D}" presName="connSite1" presStyleCnt="0"/>
      <dgm:spPr/>
    </dgm:pt>
    <dgm:pt modelId="{54425218-F988-694B-B3FE-FA2ACC7FE2CB}" type="pres">
      <dgm:prSet presAssocID="{29FC19FD-2AD8-7D4C-B4C6-0FBB6BF0EF37}" presName="Name9" presStyleLbl="sibTrans2D1" presStyleIdx="2" presStyleCnt="3"/>
      <dgm:spPr/>
    </dgm:pt>
    <dgm:pt modelId="{A55B7A94-7FC4-4248-890F-99FA7DFB5F6C}" type="pres">
      <dgm:prSet presAssocID="{22793A41-9084-AD42-884C-E4556FBC881E}" presName="composite2" presStyleCnt="0"/>
      <dgm:spPr/>
    </dgm:pt>
    <dgm:pt modelId="{BBBC007F-3FCE-364E-9C0B-26BD98C96ED9}" type="pres">
      <dgm:prSet presAssocID="{22793A41-9084-AD42-884C-E4556FBC881E}" presName="dummyNode2" presStyleLbl="node1" presStyleIdx="2" presStyleCnt="4"/>
      <dgm:spPr/>
    </dgm:pt>
    <dgm:pt modelId="{CE252856-146E-5941-B566-2936BB8626CB}" type="pres">
      <dgm:prSet presAssocID="{22793A41-9084-AD42-884C-E4556FBC881E}" presName="childNode2" presStyleLbl="bgAcc1" presStyleIdx="3" presStyleCnt="4">
        <dgm:presLayoutVars>
          <dgm:bulletEnabled val="1"/>
        </dgm:presLayoutVars>
      </dgm:prSet>
      <dgm:spPr/>
    </dgm:pt>
    <dgm:pt modelId="{47EAA752-AF4E-B443-A172-E5156D32045F}" type="pres">
      <dgm:prSet presAssocID="{22793A41-9084-AD42-884C-E4556FBC881E}" presName="childNode2tx" presStyleLbl="bgAcc1" presStyleIdx="3" presStyleCnt="4">
        <dgm:presLayoutVars>
          <dgm:bulletEnabled val="1"/>
        </dgm:presLayoutVars>
      </dgm:prSet>
      <dgm:spPr/>
    </dgm:pt>
    <dgm:pt modelId="{DBEF2987-FF3B-8345-A243-2303A95D95A9}" type="pres">
      <dgm:prSet presAssocID="{22793A41-9084-AD42-884C-E4556FBC881E}" presName="parentNode2" presStyleLbl="node1" presStyleIdx="3" presStyleCnt="4">
        <dgm:presLayoutVars>
          <dgm:chMax val="0"/>
          <dgm:bulletEnabled val="1"/>
        </dgm:presLayoutVars>
      </dgm:prSet>
      <dgm:spPr/>
    </dgm:pt>
    <dgm:pt modelId="{CB68FABE-8A70-1149-85EF-019EDD5099D0}" type="pres">
      <dgm:prSet presAssocID="{22793A41-9084-AD42-884C-E4556FBC881E}" presName="connSite2" presStyleCnt="0"/>
      <dgm:spPr/>
    </dgm:pt>
  </dgm:ptLst>
  <dgm:cxnLst>
    <dgm:cxn modelId="{741BE602-CF37-3B44-A894-C24DB44ED75F}" srcId="{22793A41-9084-AD42-884C-E4556FBC881E}" destId="{2953676B-CD37-FD4C-BEC2-D785D5CA8067}" srcOrd="1" destOrd="0" parTransId="{5810D632-38D4-444D-B124-38188B0BEF3C}" sibTransId="{CE30F1F1-6B30-8D4C-9F8C-1013A9B69702}"/>
    <dgm:cxn modelId="{4B4D1803-7BF4-B84E-A2A0-E12DC257F62B}" type="presOf" srcId="{47393E80-4E3A-5944-ACAE-0E77E9E4068F}" destId="{9305AFBA-D840-4640-9ADF-6350C4A4A8DC}" srcOrd="0" destOrd="0" presId="urn:microsoft.com/office/officeart/2005/8/layout/hProcess4"/>
    <dgm:cxn modelId="{DD6DC608-3342-A348-97A7-E2EB845EA49C}" type="presOf" srcId="{2953676B-CD37-FD4C-BEC2-D785D5CA8067}" destId="{CE252856-146E-5941-B566-2936BB8626CB}" srcOrd="0" destOrd="1" presId="urn:microsoft.com/office/officeart/2005/8/layout/hProcess4"/>
    <dgm:cxn modelId="{FD1F770B-AD2B-C041-A120-840FCC288D1A}" type="presOf" srcId="{6AACF2B9-D40B-8042-9FA0-32D68B46DDFC}" destId="{CE252856-146E-5941-B566-2936BB8626CB}" srcOrd="0" destOrd="0" presId="urn:microsoft.com/office/officeart/2005/8/layout/hProcess4"/>
    <dgm:cxn modelId="{FD20C10D-F079-9742-83D5-77C83CFA2876}" type="presOf" srcId="{A8086802-49BA-D24C-89AF-8C4CBCF0B83D}" destId="{3620DB31-E803-634A-B03B-D10401590AB2}" srcOrd="1" destOrd="1" presId="urn:microsoft.com/office/officeart/2005/8/layout/hProcess4"/>
    <dgm:cxn modelId="{2EB8BF16-C6D2-794B-AE7E-2CD8EDCF2412}" type="presOf" srcId="{5479DBA8-1955-FB41-8674-16E7A86506B4}" destId="{123FD4DC-4103-5F46-84FB-DA2761E4A8BB}" srcOrd="1" destOrd="3" presId="urn:microsoft.com/office/officeart/2005/8/layout/hProcess4"/>
    <dgm:cxn modelId="{03485319-5B26-6B47-B2A7-719DDCDB9ABF}" type="presOf" srcId="{5FC1C41F-1CBA-CA4E-A611-E7013D09DBF1}" destId="{3620DB31-E803-634A-B03B-D10401590AB2}" srcOrd="1" destOrd="2" presId="urn:microsoft.com/office/officeart/2005/8/layout/hProcess4"/>
    <dgm:cxn modelId="{4CE30F1A-7F53-7C4C-84B7-313F116CD8BA}" type="presOf" srcId="{3A518EAC-5194-E443-B94F-128CA9579544}" destId="{B0890110-A35B-134E-8CBA-639C74718178}" srcOrd="1" destOrd="1" presId="urn:microsoft.com/office/officeart/2005/8/layout/hProcess4"/>
    <dgm:cxn modelId="{CA39141C-85FD-5C4D-BA43-2E82A4A0E9E5}" srcId="{46742446-E693-0F4C-9B1F-407D983BB008}" destId="{32F3AD3F-5D60-864B-AB5D-2C6D2530C27D}" srcOrd="2" destOrd="0" parTransId="{5A15284A-2272-C04E-997F-99325332D5EA}" sibTransId="{29FC19FD-2AD8-7D4C-B4C6-0FBB6BF0EF37}"/>
    <dgm:cxn modelId="{0803F01D-446C-F249-8403-4F00C0F0DB72}" srcId="{A1B82E30-654A-2343-8B20-8EB336AB0514}" destId="{BB849BDC-75B4-CF42-9D5C-D4AF1B5B1EB8}" srcOrd="0" destOrd="0" parTransId="{6B1C63A1-F9C4-C141-99FE-529F2599B97F}" sibTransId="{5FC46890-8DD9-B84E-B102-22C9946A9885}"/>
    <dgm:cxn modelId="{F26ED530-29C5-574E-9C15-CA2A2E61E43D}" srcId="{46742446-E693-0F4C-9B1F-407D983BB008}" destId="{A1B82E30-654A-2343-8B20-8EB336AB0514}" srcOrd="1" destOrd="0" parTransId="{596AEB6D-ED8C-D247-A3C6-C04FA4724A3A}" sibTransId="{77417E40-05FD-6A42-B45A-8264B647F227}"/>
    <dgm:cxn modelId="{8B853140-7D80-1B41-B262-83B733832DE9}" type="presOf" srcId="{BB849BDC-75B4-CF42-9D5C-D4AF1B5B1EB8}" destId="{7FD088DA-199F-3645-A30A-07C3724C1620}" srcOrd="0" destOrd="0" presId="urn:microsoft.com/office/officeart/2005/8/layout/hProcess4"/>
    <dgm:cxn modelId="{5A70C846-D4F5-0045-99C3-A7B36D8BF48D}" srcId="{32F3AD3F-5D60-864B-AB5D-2C6D2530C27D}" destId="{ADE9C42B-B76F-2E4E-870F-FC0275EB2A2F}" srcOrd="4" destOrd="0" parTransId="{732A0903-61A4-EF4D-BE22-FE8E63171564}" sibTransId="{8E99DE2A-ACA1-AC44-AFBE-5D7F9D6F1B29}"/>
    <dgm:cxn modelId="{7259E348-9C1B-7141-9115-56CD49FECC63}" type="presOf" srcId="{3DF643FD-4913-1B41-8C01-1FFC52D42FAF}" destId="{3E25AE04-30D0-734F-8F81-A8C89AF897E1}" srcOrd="0" destOrd="0" presId="urn:microsoft.com/office/officeart/2005/8/layout/hProcess4"/>
    <dgm:cxn modelId="{95D4F74B-7B13-4648-B8AF-9B00130F3548}" type="presOf" srcId="{77417E40-05FD-6A42-B45A-8264B647F227}" destId="{A8E6CDBE-3C2D-F649-97C1-B7B9C89B4F95}" srcOrd="0" destOrd="0" presId="urn:microsoft.com/office/officeart/2005/8/layout/hProcess4"/>
    <dgm:cxn modelId="{A5AE744C-D1AF-F84D-B062-564F8AA1A64B}" type="presOf" srcId="{7B5E5360-0368-BD4E-999E-E0C689110A6E}" destId="{47EAA752-AF4E-B443-A172-E5156D32045F}" srcOrd="1" destOrd="4" presId="urn:microsoft.com/office/officeart/2005/8/layout/hProcess4"/>
    <dgm:cxn modelId="{0FF78E4E-FE5C-3F49-BCE8-62FC10E4210C}" type="presOf" srcId="{A8086802-49BA-D24C-89AF-8C4CBCF0B83D}" destId="{9305AFBA-D840-4640-9ADF-6350C4A4A8DC}" srcOrd="0" destOrd="1" presId="urn:microsoft.com/office/officeart/2005/8/layout/hProcess4"/>
    <dgm:cxn modelId="{035D034F-21BB-4E41-8036-0EA4BC2BA11E}" type="presOf" srcId="{29FC19FD-2AD8-7D4C-B4C6-0FBB6BF0EF37}" destId="{54425218-F988-694B-B3FE-FA2ACC7FE2CB}" srcOrd="0" destOrd="0" presId="urn:microsoft.com/office/officeart/2005/8/layout/hProcess4"/>
    <dgm:cxn modelId="{CE56C457-2408-D245-BC40-3BBBF4CAD0E5}" type="presOf" srcId="{7B5E5360-0368-BD4E-999E-E0C689110A6E}" destId="{CE252856-146E-5941-B566-2936BB8626CB}" srcOrd="0" destOrd="4" presId="urn:microsoft.com/office/officeart/2005/8/layout/hProcess4"/>
    <dgm:cxn modelId="{67DD8259-8D06-B348-97BE-41B930B0CD51}" type="presOf" srcId="{DB17E52E-A727-F744-9450-483B2A1D37EA}" destId="{47EAA752-AF4E-B443-A172-E5156D32045F}" srcOrd="1" destOrd="2" presId="urn:microsoft.com/office/officeart/2005/8/layout/hProcess4"/>
    <dgm:cxn modelId="{7DCC7E5A-427D-EA44-AABE-8EB1406A9C95}" srcId="{22793A41-9084-AD42-884C-E4556FBC881E}" destId="{6AACF2B9-D40B-8042-9FA0-32D68B46DDFC}" srcOrd="0" destOrd="0" parTransId="{624DBF99-AFDC-5643-B4A3-F35D7E49AB2F}" sibTransId="{A2B0471C-2BBB-2B43-ABA1-B67C3A799E8D}"/>
    <dgm:cxn modelId="{42512B5D-EE3F-E04F-A72E-57C95E976BD7}" type="presOf" srcId="{5FC1C41F-1CBA-CA4E-A611-E7013D09DBF1}" destId="{9305AFBA-D840-4640-9ADF-6350C4A4A8DC}" srcOrd="0" destOrd="2" presId="urn:microsoft.com/office/officeart/2005/8/layout/hProcess4"/>
    <dgm:cxn modelId="{006C6166-1E99-C846-A985-AF93CDD4905E}" srcId="{EB378A99-AEB2-D942-B902-6EB5E0B5E3FE}" destId="{A8086802-49BA-D24C-89AF-8C4CBCF0B83D}" srcOrd="1" destOrd="0" parTransId="{B07134A8-5BA7-164A-A231-70297358A599}" sibTransId="{B497C57E-71A5-1044-91D2-064CB02FBC90}"/>
    <dgm:cxn modelId="{C08FE56F-00CB-0449-91DB-58889B4E85B3}" type="presOf" srcId="{5479DBA8-1955-FB41-8674-16E7A86506B4}" destId="{6B5B045D-79BF-444A-B5A2-11932C76FD42}" srcOrd="0" destOrd="3" presId="urn:microsoft.com/office/officeart/2005/8/layout/hProcess4"/>
    <dgm:cxn modelId="{6CF86C77-5564-9145-88C4-85E82AF50F61}" type="presOf" srcId="{E0777A59-A875-324A-BE20-274B269B628C}" destId="{123FD4DC-4103-5F46-84FB-DA2761E4A8BB}" srcOrd="1" destOrd="2" presId="urn:microsoft.com/office/officeart/2005/8/layout/hProcess4"/>
    <dgm:cxn modelId="{AEEFB27A-E445-C34A-8C0F-78809808004F}" type="presOf" srcId="{87A21D0F-C57C-DF43-8E12-D339FA45DF82}" destId="{123FD4DC-4103-5F46-84FB-DA2761E4A8BB}" srcOrd="1" destOrd="0" presId="urn:microsoft.com/office/officeart/2005/8/layout/hProcess4"/>
    <dgm:cxn modelId="{23A9418B-B679-8142-A610-2B0A13ADE005}" type="presOf" srcId="{22793A41-9084-AD42-884C-E4556FBC881E}" destId="{DBEF2987-FF3B-8345-A243-2303A95D95A9}" srcOrd="0" destOrd="0" presId="urn:microsoft.com/office/officeart/2005/8/layout/hProcess4"/>
    <dgm:cxn modelId="{CAB9C18E-B38F-CE4B-8746-D99E2840C594}" srcId="{EB378A99-AEB2-D942-B902-6EB5E0B5E3FE}" destId="{5FC1C41F-1CBA-CA4E-A611-E7013D09DBF1}" srcOrd="2" destOrd="0" parTransId="{D9073C8C-403E-574A-9D6F-C5809673B7BF}" sibTransId="{DBD04414-8E7E-7A43-A456-AC9D467B64B2}"/>
    <dgm:cxn modelId="{4AC3DC8E-95CC-F44C-AFCB-67209A9F294F}" srcId="{32F3AD3F-5D60-864B-AB5D-2C6D2530C27D}" destId="{87A21D0F-C57C-DF43-8E12-D339FA45DF82}" srcOrd="0" destOrd="0" parTransId="{59348D5E-F521-864B-8107-3C46727679A0}" sibTransId="{3B6718BD-19DF-014E-8293-4E415EA2E50D}"/>
    <dgm:cxn modelId="{832B2E9C-4283-9F41-B7FC-9FBE784C1C2F}" type="presOf" srcId="{ADE9C42B-B76F-2E4E-870F-FC0275EB2A2F}" destId="{123FD4DC-4103-5F46-84FB-DA2761E4A8BB}" srcOrd="1" destOrd="4" presId="urn:microsoft.com/office/officeart/2005/8/layout/hProcess4"/>
    <dgm:cxn modelId="{669FDB9D-E367-3843-8872-37AAD6C408E6}" srcId="{22793A41-9084-AD42-884C-E4556FBC881E}" destId="{0974BD61-0278-C442-BD27-6D1F1FE9F41C}" srcOrd="3" destOrd="0" parTransId="{16732A5E-062B-DC42-B336-72D5ECAB2678}" sibTransId="{66FB2CA2-757E-4B48-9511-A33B3FB0E51C}"/>
    <dgm:cxn modelId="{A6FF0FA4-6AD8-064C-871D-558B5D24F95C}" type="presOf" srcId="{BB849BDC-75B4-CF42-9D5C-D4AF1B5B1EB8}" destId="{B0890110-A35B-134E-8CBA-639C74718178}" srcOrd="1" destOrd="0" presId="urn:microsoft.com/office/officeart/2005/8/layout/hProcess4"/>
    <dgm:cxn modelId="{70EAAEA9-B05B-B149-9733-338ED29FC9AE}" type="presOf" srcId="{ADAB54FC-DA26-EC4E-AAAF-65AEB3201026}" destId="{6B5B045D-79BF-444A-B5A2-11932C76FD42}" srcOrd="0" destOrd="1" presId="urn:microsoft.com/office/officeart/2005/8/layout/hProcess4"/>
    <dgm:cxn modelId="{1E5CB5AA-9A74-E84F-BB4B-29A92A87A1D0}" type="presOf" srcId="{6AACF2B9-D40B-8042-9FA0-32D68B46DDFC}" destId="{47EAA752-AF4E-B443-A172-E5156D32045F}" srcOrd="1" destOrd="0" presId="urn:microsoft.com/office/officeart/2005/8/layout/hProcess4"/>
    <dgm:cxn modelId="{C39F46AB-79D0-8D44-A8BF-590FB8A6D02B}" type="presOf" srcId="{0974BD61-0278-C442-BD27-6D1F1FE9F41C}" destId="{CE252856-146E-5941-B566-2936BB8626CB}" srcOrd="0" destOrd="3" presId="urn:microsoft.com/office/officeart/2005/8/layout/hProcess4"/>
    <dgm:cxn modelId="{937BC8AB-9124-2748-A066-DFBAEB32E1B6}" type="presOf" srcId="{DB17E52E-A727-F744-9450-483B2A1D37EA}" destId="{CE252856-146E-5941-B566-2936BB8626CB}" srcOrd="0" destOrd="2" presId="urn:microsoft.com/office/officeart/2005/8/layout/hProcess4"/>
    <dgm:cxn modelId="{D42A56AE-8130-6246-A6E2-DE6D0F8D43E3}" srcId="{32F3AD3F-5D60-864B-AB5D-2C6D2530C27D}" destId="{5479DBA8-1955-FB41-8674-16E7A86506B4}" srcOrd="3" destOrd="0" parTransId="{A6E672BF-92D0-FC4F-823D-7D959E28D3ED}" sibTransId="{768E72B6-618A-D947-9D42-0426F6BA031C}"/>
    <dgm:cxn modelId="{1F701CB1-77E9-3D41-8C4A-7D92557E7848}" type="presOf" srcId="{EB378A99-AEB2-D942-B902-6EB5E0B5E3FE}" destId="{2D41532A-0287-0843-A75C-CD42D99820CA}" srcOrd="0" destOrd="0" presId="urn:microsoft.com/office/officeart/2005/8/layout/hProcess4"/>
    <dgm:cxn modelId="{D28406B3-B8F3-FC45-8E99-6088F65E54B1}" srcId="{A1B82E30-654A-2343-8B20-8EB336AB0514}" destId="{3A518EAC-5194-E443-B94F-128CA9579544}" srcOrd="1" destOrd="0" parTransId="{7422EA26-6AFC-DD42-949C-F0407B209556}" sibTransId="{8AD49545-DF04-094D-899D-921BE8FE3FB3}"/>
    <dgm:cxn modelId="{87DA65BB-9920-A744-8308-701F08E1A6C4}" srcId="{22793A41-9084-AD42-884C-E4556FBC881E}" destId="{7B5E5360-0368-BD4E-999E-E0C689110A6E}" srcOrd="4" destOrd="0" parTransId="{74E3606B-3F00-8843-8B02-7869FF9B4377}" sibTransId="{A9ED6711-CC01-4F46-B4FE-228AF6C1C219}"/>
    <dgm:cxn modelId="{690FCBBB-32A8-174E-A348-705DFE0EDFCB}" type="presOf" srcId="{E0777A59-A875-324A-BE20-274B269B628C}" destId="{6B5B045D-79BF-444A-B5A2-11932C76FD42}" srcOrd="0" destOrd="2" presId="urn:microsoft.com/office/officeart/2005/8/layout/hProcess4"/>
    <dgm:cxn modelId="{92AF89BC-19D5-2440-8969-41A16FB59928}" srcId="{32F3AD3F-5D60-864B-AB5D-2C6D2530C27D}" destId="{ADAB54FC-DA26-EC4E-AAAF-65AEB3201026}" srcOrd="1" destOrd="0" parTransId="{7BD890CA-79D8-7046-9DAF-39E3C111437B}" sibTransId="{7FFC2501-14E3-7E44-A8A9-7648D0128049}"/>
    <dgm:cxn modelId="{831971C0-4F7D-5749-AC5B-DF30F620C437}" type="presOf" srcId="{87A21D0F-C57C-DF43-8E12-D339FA45DF82}" destId="{6B5B045D-79BF-444A-B5A2-11932C76FD42}" srcOrd="0" destOrd="0" presId="urn:microsoft.com/office/officeart/2005/8/layout/hProcess4"/>
    <dgm:cxn modelId="{0C73D6C3-0F62-1244-9B3C-99D4729C3C29}" type="presOf" srcId="{2953676B-CD37-FD4C-BEC2-D785D5CA8067}" destId="{47EAA752-AF4E-B443-A172-E5156D32045F}" srcOrd="1" destOrd="1" presId="urn:microsoft.com/office/officeart/2005/8/layout/hProcess4"/>
    <dgm:cxn modelId="{D8469DD0-2D39-474C-A147-60C18CFF15ED}" srcId="{46742446-E693-0F4C-9B1F-407D983BB008}" destId="{EB378A99-AEB2-D942-B902-6EB5E0B5E3FE}" srcOrd="0" destOrd="0" parTransId="{29746A46-0997-B345-9DFA-3ECEF765273B}" sibTransId="{3DF643FD-4913-1B41-8C01-1FFC52D42FAF}"/>
    <dgm:cxn modelId="{1AB83CD2-EBE1-4E46-96A4-D0B19EA8ED98}" type="presOf" srcId="{46742446-E693-0F4C-9B1F-407D983BB008}" destId="{6C397C22-23E3-B74B-AE92-F0D4051722BE}" srcOrd="0" destOrd="0" presId="urn:microsoft.com/office/officeart/2005/8/layout/hProcess4"/>
    <dgm:cxn modelId="{C8A566DE-EE15-7F4E-82AC-638CF7DFF850}" type="presOf" srcId="{47393E80-4E3A-5944-ACAE-0E77E9E4068F}" destId="{3620DB31-E803-634A-B03B-D10401590AB2}" srcOrd="1" destOrd="0" presId="urn:microsoft.com/office/officeart/2005/8/layout/hProcess4"/>
    <dgm:cxn modelId="{74721ADF-6475-1544-BFDC-0111C860D467}" type="presOf" srcId="{ADAB54FC-DA26-EC4E-AAAF-65AEB3201026}" destId="{123FD4DC-4103-5F46-84FB-DA2761E4A8BB}" srcOrd="1" destOrd="1" presId="urn:microsoft.com/office/officeart/2005/8/layout/hProcess4"/>
    <dgm:cxn modelId="{762A9DDF-7EFE-5648-BC06-F69741800A96}" type="presOf" srcId="{0974BD61-0278-C442-BD27-6D1F1FE9F41C}" destId="{47EAA752-AF4E-B443-A172-E5156D32045F}" srcOrd="1" destOrd="3" presId="urn:microsoft.com/office/officeart/2005/8/layout/hProcess4"/>
    <dgm:cxn modelId="{9657A8E6-7414-C543-ABD9-F4141F198E69}" type="presOf" srcId="{3A518EAC-5194-E443-B94F-128CA9579544}" destId="{7FD088DA-199F-3645-A30A-07C3724C1620}" srcOrd="0" destOrd="1" presId="urn:microsoft.com/office/officeart/2005/8/layout/hProcess4"/>
    <dgm:cxn modelId="{D049AAE6-BA54-884D-9B36-490A3A0CB9E3}" type="presOf" srcId="{32F3AD3F-5D60-864B-AB5D-2C6D2530C27D}" destId="{FF54D190-AD61-8D47-9B02-D7D319E32723}" srcOrd="0" destOrd="0" presId="urn:microsoft.com/office/officeart/2005/8/layout/hProcess4"/>
    <dgm:cxn modelId="{83E53FEB-F141-4E48-A55E-08CDEF34849A}" type="presOf" srcId="{ADE9C42B-B76F-2E4E-870F-FC0275EB2A2F}" destId="{6B5B045D-79BF-444A-B5A2-11932C76FD42}" srcOrd="0" destOrd="4" presId="urn:microsoft.com/office/officeart/2005/8/layout/hProcess4"/>
    <dgm:cxn modelId="{6379C5EC-9C11-154C-9867-D2F9CE51C91C}" srcId="{22793A41-9084-AD42-884C-E4556FBC881E}" destId="{DB17E52E-A727-F744-9450-483B2A1D37EA}" srcOrd="2" destOrd="0" parTransId="{3347FA69-DEB3-4840-BBC7-A3D93919E96E}" sibTransId="{86C00285-2C69-A046-B56A-49959D217390}"/>
    <dgm:cxn modelId="{012050EE-4319-9341-BCCA-C97920958D6A}" srcId="{32F3AD3F-5D60-864B-AB5D-2C6D2530C27D}" destId="{E0777A59-A875-324A-BE20-274B269B628C}" srcOrd="2" destOrd="0" parTransId="{D002E7EA-9482-B14A-9957-75240F237949}" sibTransId="{91D10E5F-5FE3-794C-87A6-10B36837034B}"/>
    <dgm:cxn modelId="{1AC82FF1-478D-BB40-97BC-8CDAD689422E}" type="presOf" srcId="{A1B82E30-654A-2343-8B20-8EB336AB0514}" destId="{DE30915C-E134-6244-898E-D13FDC92FD29}" srcOrd="0" destOrd="0" presId="urn:microsoft.com/office/officeart/2005/8/layout/hProcess4"/>
    <dgm:cxn modelId="{46C72EF2-F133-C845-8657-0F1EACD5E3F5}" srcId="{EB378A99-AEB2-D942-B902-6EB5E0B5E3FE}" destId="{47393E80-4E3A-5944-ACAE-0E77E9E4068F}" srcOrd="0" destOrd="0" parTransId="{3CD19127-B7DC-D44C-9077-BE95BD10B554}" sibTransId="{EF66A6C5-D768-3A4F-A59D-77F54A9FB62E}"/>
    <dgm:cxn modelId="{A71A60FF-4502-A546-8F3B-6AB53CB23FD2}" srcId="{46742446-E693-0F4C-9B1F-407D983BB008}" destId="{22793A41-9084-AD42-884C-E4556FBC881E}" srcOrd="3" destOrd="0" parTransId="{BB3FCCBB-835C-EF49-B3E6-788ED95C03DA}" sibTransId="{77413C77-3E28-DF4F-B85C-09347B9CB32D}"/>
    <dgm:cxn modelId="{045B3B5F-7464-8F46-B8C1-3EEA6628BC76}" type="presParOf" srcId="{6C397C22-23E3-B74B-AE92-F0D4051722BE}" destId="{2CB700FC-3685-B24B-A15C-FB9B9318DBE6}" srcOrd="0" destOrd="0" presId="urn:microsoft.com/office/officeart/2005/8/layout/hProcess4"/>
    <dgm:cxn modelId="{CC2F4165-EB5C-C544-AF06-4CB236BBBF4F}" type="presParOf" srcId="{6C397C22-23E3-B74B-AE92-F0D4051722BE}" destId="{ADB0A197-3DC9-2C48-B93D-064FB1250C54}" srcOrd="1" destOrd="0" presId="urn:microsoft.com/office/officeart/2005/8/layout/hProcess4"/>
    <dgm:cxn modelId="{E9C1BCD9-977C-E648-9F45-CCC7E30A04ED}" type="presParOf" srcId="{6C397C22-23E3-B74B-AE92-F0D4051722BE}" destId="{3F937144-47EB-5641-915E-DE671F90332B}" srcOrd="2" destOrd="0" presId="urn:microsoft.com/office/officeart/2005/8/layout/hProcess4"/>
    <dgm:cxn modelId="{85E162D1-2FFF-6B45-82F5-1DB71E5F298B}" type="presParOf" srcId="{3F937144-47EB-5641-915E-DE671F90332B}" destId="{CB85AD73-7B91-5943-9205-9F2D9E38DAD0}" srcOrd="0" destOrd="0" presId="urn:microsoft.com/office/officeart/2005/8/layout/hProcess4"/>
    <dgm:cxn modelId="{B1C75D87-FC50-1544-AD6F-9F9A5FB2D5A2}" type="presParOf" srcId="{CB85AD73-7B91-5943-9205-9F2D9E38DAD0}" destId="{71D174D3-E1E6-674B-A685-24E591F1A119}" srcOrd="0" destOrd="0" presId="urn:microsoft.com/office/officeart/2005/8/layout/hProcess4"/>
    <dgm:cxn modelId="{A1EC3016-1AB6-174D-A372-0493CBC5ED45}" type="presParOf" srcId="{CB85AD73-7B91-5943-9205-9F2D9E38DAD0}" destId="{9305AFBA-D840-4640-9ADF-6350C4A4A8DC}" srcOrd="1" destOrd="0" presId="urn:microsoft.com/office/officeart/2005/8/layout/hProcess4"/>
    <dgm:cxn modelId="{B2981974-C3EE-FF4C-B254-51309A62B5A5}" type="presParOf" srcId="{CB85AD73-7B91-5943-9205-9F2D9E38DAD0}" destId="{3620DB31-E803-634A-B03B-D10401590AB2}" srcOrd="2" destOrd="0" presId="urn:microsoft.com/office/officeart/2005/8/layout/hProcess4"/>
    <dgm:cxn modelId="{7003D522-51BC-D245-BD75-CCAE73B04814}" type="presParOf" srcId="{CB85AD73-7B91-5943-9205-9F2D9E38DAD0}" destId="{2D41532A-0287-0843-A75C-CD42D99820CA}" srcOrd="3" destOrd="0" presId="urn:microsoft.com/office/officeart/2005/8/layout/hProcess4"/>
    <dgm:cxn modelId="{7F490328-0BC9-E740-8F67-5F3D4023FF3F}" type="presParOf" srcId="{CB85AD73-7B91-5943-9205-9F2D9E38DAD0}" destId="{4FB68DBD-8618-2A48-9256-7BDD74DB46E6}" srcOrd="4" destOrd="0" presId="urn:microsoft.com/office/officeart/2005/8/layout/hProcess4"/>
    <dgm:cxn modelId="{1BE549CD-C8CE-DC46-A361-87AE32AA6094}" type="presParOf" srcId="{3F937144-47EB-5641-915E-DE671F90332B}" destId="{3E25AE04-30D0-734F-8F81-A8C89AF897E1}" srcOrd="1" destOrd="0" presId="urn:microsoft.com/office/officeart/2005/8/layout/hProcess4"/>
    <dgm:cxn modelId="{DDA60B57-B938-594A-9FC0-8A8F99290D78}" type="presParOf" srcId="{3F937144-47EB-5641-915E-DE671F90332B}" destId="{CE692EB2-9E62-334F-B7CF-082F1BB75BF6}" srcOrd="2" destOrd="0" presId="urn:microsoft.com/office/officeart/2005/8/layout/hProcess4"/>
    <dgm:cxn modelId="{1858A4E8-EF48-B346-9960-0E89DC7CD994}" type="presParOf" srcId="{CE692EB2-9E62-334F-B7CF-082F1BB75BF6}" destId="{E33711C7-91C5-C344-A3A2-13836C6D5F02}" srcOrd="0" destOrd="0" presId="urn:microsoft.com/office/officeart/2005/8/layout/hProcess4"/>
    <dgm:cxn modelId="{3825C899-1CA9-5C41-8BC6-BE260B291C19}" type="presParOf" srcId="{CE692EB2-9E62-334F-B7CF-082F1BB75BF6}" destId="{7FD088DA-199F-3645-A30A-07C3724C1620}" srcOrd="1" destOrd="0" presId="urn:microsoft.com/office/officeart/2005/8/layout/hProcess4"/>
    <dgm:cxn modelId="{3DF66525-9FB5-D341-BE45-B193B62632E3}" type="presParOf" srcId="{CE692EB2-9E62-334F-B7CF-082F1BB75BF6}" destId="{B0890110-A35B-134E-8CBA-639C74718178}" srcOrd="2" destOrd="0" presId="urn:microsoft.com/office/officeart/2005/8/layout/hProcess4"/>
    <dgm:cxn modelId="{2ECA9613-5CF9-224F-9EBC-4EF3D10D3FCF}" type="presParOf" srcId="{CE692EB2-9E62-334F-B7CF-082F1BB75BF6}" destId="{DE30915C-E134-6244-898E-D13FDC92FD29}" srcOrd="3" destOrd="0" presId="urn:microsoft.com/office/officeart/2005/8/layout/hProcess4"/>
    <dgm:cxn modelId="{5C1EC9FB-FC8C-764A-BDA8-5E195105E805}" type="presParOf" srcId="{CE692EB2-9E62-334F-B7CF-082F1BB75BF6}" destId="{8B49010B-A0F3-F946-A563-3F9C3E64853C}" srcOrd="4" destOrd="0" presId="urn:microsoft.com/office/officeart/2005/8/layout/hProcess4"/>
    <dgm:cxn modelId="{1CA65D9C-A67F-2048-833F-F15E10C3ED8E}" type="presParOf" srcId="{3F937144-47EB-5641-915E-DE671F90332B}" destId="{A8E6CDBE-3C2D-F649-97C1-B7B9C89B4F95}" srcOrd="3" destOrd="0" presId="urn:microsoft.com/office/officeart/2005/8/layout/hProcess4"/>
    <dgm:cxn modelId="{7F1DBDBE-BF70-E74A-B4DD-988A41A9C2C7}" type="presParOf" srcId="{3F937144-47EB-5641-915E-DE671F90332B}" destId="{C59E6DDC-17C9-5742-8122-C0041D846FFA}" srcOrd="4" destOrd="0" presId="urn:microsoft.com/office/officeart/2005/8/layout/hProcess4"/>
    <dgm:cxn modelId="{200500DF-F5C9-DC4C-A259-D19CF1F1C6A7}" type="presParOf" srcId="{C59E6DDC-17C9-5742-8122-C0041D846FFA}" destId="{D9F52B46-3FEB-5641-B7E5-85D200636284}" srcOrd="0" destOrd="0" presId="urn:microsoft.com/office/officeart/2005/8/layout/hProcess4"/>
    <dgm:cxn modelId="{BD4772EE-B2EB-3642-B152-EC885D17A6C5}" type="presParOf" srcId="{C59E6DDC-17C9-5742-8122-C0041D846FFA}" destId="{6B5B045D-79BF-444A-B5A2-11932C76FD42}" srcOrd="1" destOrd="0" presId="urn:microsoft.com/office/officeart/2005/8/layout/hProcess4"/>
    <dgm:cxn modelId="{4A7D5613-E39D-5A43-9EDD-C861C0B49E42}" type="presParOf" srcId="{C59E6DDC-17C9-5742-8122-C0041D846FFA}" destId="{123FD4DC-4103-5F46-84FB-DA2761E4A8BB}" srcOrd="2" destOrd="0" presId="urn:microsoft.com/office/officeart/2005/8/layout/hProcess4"/>
    <dgm:cxn modelId="{66E90E2C-316B-5140-83F9-E96DE93A7A8B}" type="presParOf" srcId="{C59E6DDC-17C9-5742-8122-C0041D846FFA}" destId="{FF54D190-AD61-8D47-9B02-D7D319E32723}" srcOrd="3" destOrd="0" presId="urn:microsoft.com/office/officeart/2005/8/layout/hProcess4"/>
    <dgm:cxn modelId="{6603A105-ABB5-1042-8A41-07CDE4FDF06F}" type="presParOf" srcId="{C59E6DDC-17C9-5742-8122-C0041D846FFA}" destId="{D5372D79-CB7A-A641-89AB-C86D6266C47E}" srcOrd="4" destOrd="0" presId="urn:microsoft.com/office/officeart/2005/8/layout/hProcess4"/>
    <dgm:cxn modelId="{2BA0F9B2-C73D-334F-A15A-CFC11F89F560}" type="presParOf" srcId="{3F937144-47EB-5641-915E-DE671F90332B}" destId="{54425218-F988-694B-B3FE-FA2ACC7FE2CB}" srcOrd="5" destOrd="0" presId="urn:microsoft.com/office/officeart/2005/8/layout/hProcess4"/>
    <dgm:cxn modelId="{BB196912-0C02-A741-888A-00792919697B}" type="presParOf" srcId="{3F937144-47EB-5641-915E-DE671F90332B}" destId="{A55B7A94-7FC4-4248-890F-99FA7DFB5F6C}" srcOrd="6" destOrd="0" presId="urn:microsoft.com/office/officeart/2005/8/layout/hProcess4"/>
    <dgm:cxn modelId="{F2178507-147A-454F-91A2-B6918EFAB992}" type="presParOf" srcId="{A55B7A94-7FC4-4248-890F-99FA7DFB5F6C}" destId="{BBBC007F-3FCE-364E-9C0B-26BD98C96ED9}" srcOrd="0" destOrd="0" presId="urn:microsoft.com/office/officeart/2005/8/layout/hProcess4"/>
    <dgm:cxn modelId="{8B444B95-38A4-6E44-B8D7-B91D2E78CE33}" type="presParOf" srcId="{A55B7A94-7FC4-4248-890F-99FA7DFB5F6C}" destId="{CE252856-146E-5941-B566-2936BB8626CB}" srcOrd="1" destOrd="0" presId="urn:microsoft.com/office/officeart/2005/8/layout/hProcess4"/>
    <dgm:cxn modelId="{B45D4474-229F-DE44-93C5-F3EA6222E6F0}" type="presParOf" srcId="{A55B7A94-7FC4-4248-890F-99FA7DFB5F6C}" destId="{47EAA752-AF4E-B443-A172-E5156D32045F}" srcOrd="2" destOrd="0" presId="urn:microsoft.com/office/officeart/2005/8/layout/hProcess4"/>
    <dgm:cxn modelId="{F4928926-5CC3-314E-92B6-3F4DF7DD0C50}" type="presParOf" srcId="{A55B7A94-7FC4-4248-890F-99FA7DFB5F6C}" destId="{DBEF2987-FF3B-8345-A243-2303A95D95A9}" srcOrd="3" destOrd="0" presId="urn:microsoft.com/office/officeart/2005/8/layout/hProcess4"/>
    <dgm:cxn modelId="{AC9F4DF5-9AFF-E14E-AAC9-78DED57FB128}" type="presParOf" srcId="{A55B7A94-7FC4-4248-890F-99FA7DFB5F6C}" destId="{CB68FABE-8A70-1149-85EF-019EDD5099D0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05AFBA-D840-4640-9ADF-6350C4A4A8DC}">
      <dsp:nvSpPr>
        <dsp:cNvPr id="0" name=""/>
        <dsp:cNvSpPr/>
      </dsp:nvSpPr>
      <dsp:spPr>
        <a:xfrm>
          <a:off x="1454" y="1017796"/>
          <a:ext cx="1874181" cy="154580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" tIns="24765" rIns="24765" bIns="24765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300" kern="1200" dirty="0"/>
            <a:t>Excel </a:t>
          </a:r>
          <a:r>
            <a:rPr lang="en-GB" sz="1300" kern="1200" dirty="0" err="1"/>
            <a:t>color</a:t>
          </a:r>
          <a:r>
            <a:rPr lang="en-GB" sz="1300" kern="1200" dirty="0"/>
            <a:t> mapping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300" kern="1200" dirty="0"/>
            <a:t>Configure Salary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300" kern="1200" dirty="0"/>
            <a:t>Test configuration</a:t>
          </a:r>
        </a:p>
      </dsp:txBody>
      <dsp:txXfrm>
        <a:off x="37027" y="1053369"/>
        <a:ext cx="1803035" cy="1143417"/>
      </dsp:txXfrm>
    </dsp:sp>
    <dsp:sp modelId="{3E25AE04-30D0-734F-8F81-A8C89AF897E1}">
      <dsp:nvSpPr>
        <dsp:cNvPr id="0" name=""/>
        <dsp:cNvSpPr/>
      </dsp:nvSpPr>
      <dsp:spPr>
        <a:xfrm>
          <a:off x="1020692" y="1263837"/>
          <a:ext cx="2247284" cy="2247284"/>
        </a:xfrm>
        <a:prstGeom prst="leftCircularArrow">
          <a:avLst>
            <a:gd name="adj1" fmla="val 3952"/>
            <a:gd name="adj2" fmla="val 495637"/>
            <a:gd name="adj3" fmla="val 2271148"/>
            <a:gd name="adj4" fmla="val 9024489"/>
            <a:gd name="adj5" fmla="val 461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41532A-0287-0843-A75C-CD42D99820CA}">
      <dsp:nvSpPr>
        <dsp:cNvPr id="0" name=""/>
        <dsp:cNvSpPr/>
      </dsp:nvSpPr>
      <dsp:spPr>
        <a:xfrm>
          <a:off x="417938" y="2232359"/>
          <a:ext cx="1665939" cy="662489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0480" rIns="4572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Salary structure</a:t>
          </a:r>
        </a:p>
      </dsp:txBody>
      <dsp:txXfrm>
        <a:off x="437342" y="2251763"/>
        <a:ext cx="1627131" cy="623681"/>
      </dsp:txXfrm>
    </dsp:sp>
    <dsp:sp modelId="{7FD088DA-199F-3645-A30A-07C3724C1620}">
      <dsp:nvSpPr>
        <dsp:cNvPr id="0" name=""/>
        <dsp:cNvSpPr/>
      </dsp:nvSpPr>
      <dsp:spPr>
        <a:xfrm>
          <a:off x="2506743" y="1017796"/>
          <a:ext cx="1874181" cy="154580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5">
              <a:hueOff val="2944118"/>
              <a:satOff val="9586"/>
              <a:lumOff val="333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" tIns="24765" rIns="24765" bIns="24765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300" kern="1200" dirty="0"/>
            <a:t>Employee &amp; contract mappings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300" kern="1200" dirty="0"/>
            <a:t>Mid to End </a:t>
          </a:r>
          <a:r>
            <a:rPr lang="en-GB" sz="1300" kern="1200" dirty="0" err="1"/>
            <a:t>ccyle</a:t>
          </a:r>
          <a:r>
            <a:rPr lang="en-GB" sz="1300" kern="1200" dirty="0"/>
            <a:t> mapping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300" kern="1200" dirty="0"/>
            <a:t>Payslip configure</a:t>
          </a:r>
        </a:p>
      </dsp:txBody>
      <dsp:txXfrm>
        <a:off x="2542316" y="1384613"/>
        <a:ext cx="1803035" cy="1143417"/>
      </dsp:txXfrm>
    </dsp:sp>
    <dsp:sp modelId="{A8E6CDBE-3C2D-F649-97C1-B7B9C89B4F95}">
      <dsp:nvSpPr>
        <dsp:cNvPr id="0" name=""/>
        <dsp:cNvSpPr/>
      </dsp:nvSpPr>
      <dsp:spPr>
        <a:xfrm>
          <a:off x="3510363" y="9668"/>
          <a:ext cx="2486763" cy="2486763"/>
        </a:xfrm>
        <a:prstGeom prst="circularArrow">
          <a:avLst>
            <a:gd name="adj1" fmla="val 3571"/>
            <a:gd name="adj2" fmla="val 443827"/>
            <a:gd name="adj3" fmla="val 19380662"/>
            <a:gd name="adj4" fmla="val 12575511"/>
            <a:gd name="adj5" fmla="val 4166"/>
          </a:avLst>
        </a:prstGeom>
        <a:solidFill>
          <a:schemeClr val="accent5">
            <a:hueOff val="4416178"/>
            <a:satOff val="14379"/>
            <a:lumOff val="500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30915C-E134-6244-898E-D13FDC92FD29}">
      <dsp:nvSpPr>
        <dsp:cNvPr id="0" name=""/>
        <dsp:cNvSpPr/>
      </dsp:nvSpPr>
      <dsp:spPr>
        <a:xfrm>
          <a:off x="2923228" y="686551"/>
          <a:ext cx="1665939" cy="662489"/>
        </a:xfrm>
        <a:prstGeom prst="roundRect">
          <a:avLst>
            <a:gd name="adj" fmla="val 10000"/>
          </a:avLst>
        </a:prstGeom>
        <a:solidFill>
          <a:schemeClr val="accent5">
            <a:hueOff val="2944118"/>
            <a:satOff val="9586"/>
            <a:lumOff val="3333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System mappings / configure</a:t>
          </a:r>
        </a:p>
      </dsp:txBody>
      <dsp:txXfrm>
        <a:off x="2942632" y="705955"/>
        <a:ext cx="1627131" cy="623681"/>
      </dsp:txXfrm>
    </dsp:sp>
    <dsp:sp modelId="{6B5B045D-79BF-444A-B5A2-11932C76FD42}">
      <dsp:nvSpPr>
        <dsp:cNvPr id="0" name=""/>
        <dsp:cNvSpPr/>
      </dsp:nvSpPr>
      <dsp:spPr>
        <a:xfrm>
          <a:off x="5012032" y="1017796"/>
          <a:ext cx="1874181" cy="154580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5">
              <a:hueOff val="5888237"/>
              <a:satOff val="19172"/>
              <a:lumOff val="666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" tIns="24765" rIns="24765" bIns="24765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300" kern="1200" dirty="0"/>
            <a:t>Import Master data (one time) OR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300" kern="1200" dirty="0"/>
            <a:t>Import hours data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300" kern="1200" dirty="0"/>
            <a:t>Run batch</a:t>
          </a:r>
        </a:p>
      </dsp:txBody>
      <dsp:txXfrm>
        <a:off x="5047605" y="1053369"/>
        <a:ext cx="1803035" cy="1143417"/>
      </dsp:txXfrm>
    </dsp:sp>
    <dsp:sp modelId="{080CBE64-C428-CB4F-9F89-2B9429CEA42F}">
      <dsp:nvSpPr>
        <dsp:cNvPr id="0" name=""/>
        <dsp:cNvSpPr/>
      </dsp:nvSpPr>
      <dsp:spPr>
        <a:xfrm>
          <a:off x="6031271" y="1263837"/>
          <a:ext cx="2247284" cy="2247284"/>
        </a:xfrm>
        <a:prstGeom prst="leftCircularArrow">
          <a:avLst>
            <a:gd name="adj1" fmla="val 3952"/>
            <a:gd name="adj2" fmla="val 495637"/>
            <a:gd name="adj3" fmla="val 2271148"/>
            <a:gd name="adj4" fmla="val 9024489"/>
            <a:gd name="adj5" fmla="val 4610"/>
          </a:avLst>
        </a:prstGeom>
        <a:solidFill>
          <a:schemeClr val="accent5">
            <a:hueOff val="8832355"/>
            <a:satOff val="28758"/>
            <a:lumOff val="1000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54D190-AD61-8D47-9B02-D7D319E32723}">
      <dsp:nvSpPr>
        <dsp:cNvPr id="0" name=""/>
        <dsp:cNvSpPr/>
      </dsp:nvSpPr>
      <dsp:spPr>
        <a:xfrm>
          <a:off x="5428517" y="2232359"/>
          <a:ext cx="1665939" cy="662489"/>
        </a:xfrm>
        <a:prstGeom prst="roundRect">
          <a:avLst>
            <a:gd name="adj" fmla="val 10000"/>
          </a:avLst>
        </a:prstGeom>
        <a:solidFill>
          <a:schemeClr val="accent5">
            <a:hueOff val="5888237"/>
            <a:satOff val="19172"/>
            <a:lumOff val="6667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Payslip Batch compute</a:t>
          </a:r>
        </a:p>
      </dsp:txBody>
      <dsp:txXfrm>
        <a:off x="5447921" y="2251763"/>
        <a:ext cx="1627131" cy="623681"/>
      </dsp:txXfrm>
    </dsp:sp>
    <dsp:sp modelId="{55460C37-B56C-4D40-A081-80C1365E6DE4}">
      <dsp:nvSpPr>
        <dsp:cNvPr id="0" name=""/>
        <dsp:cNvSpPr/>
      </dsp:nvSpPr>
      <dsp:spPr>
        <a:xfrm>
          <a:off x="7517321" y="1017796"/>
          <a:ext cx="1874181" cy="154580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5">
              <a:hueOff val="8832355"/>
              <a:satOff val="28758"/>
              <a:lumOff val="1000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" tIns="24765" rIns="24765" bIns="24765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300" kern="1200" dirty="0"/>
            <a:t>Payroll user submit for approval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300" kern="1200" dirty="0"/>
            <a:t>HR Manager approves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300" kern="1200" dirty="0"/>
            <a:t>General manager approve</a:t>
          </a:r>
        </a:p>
      </dsp:txBody>
      <dsp:txXfrm>
        <a:off x="7552894" y="1384613"/>
        <a:ext cx="1803035" cy="1143417"/>
      </dsp:txXfrm>
    </dsp:sp>
    <dsp:sp modelId="{71265F13-DECC-514A-86C3-3162BBA0728A}">
      <dsp:nvSpPr>
        <dsp:cNvPr id="0" name=""/>
        <dsp:cNvSpPr/>
      </dsp:nvSpPr>
      <dsp:spPr>
        <a:xfrm>
          <a:off x="7933806" y="686551"/>
          <a:ext cx="1665939" cy="662489"/>
        </a:xfrm>
        <a:prstGeom prst="roundRect">
          <a:avLst>
            <a:gd name="adj" fmla="val 10000"/>
          </a:avLst>
        </a:prstGeom>
        <a:solidFill>
          <a:schemeClr val="accent5">
            <a:hueOff val="8832355"/>
            <a:satOff val="28758"/>
            <a:lumOff val="1000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Approval</a:t>
          </a:r>
        </a:p>
      </dsp:txBody>
      <dsp:txXfrm>
        <a:off x="7953210" y="705955"/>
        <a:ext cx="1627131" cy="62368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05AFBA-D840-4640-9ADF-6350C4A4A8DC}">
      <dsp:nvSpPr>
        <dsp:cNvPr id="0" name=""/>
        <dsp:cNvSpPr/>
      </dsp:nvSpPr>
      <dsp:spPr>
        <a:xfrm>
          <a:off x="1454" y="1017796"/>
          <a:ext cx="1874181" cy="154580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20955" rIns="20955" bIns="20955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300" kern="1200" dirty="0"/>
            <a:t>Bank export preview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300" kern="1200" dirty="0"/>
            <a:t>Bank export download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300" kern="1200" dirty="0"/>
            <a:t>Multiple formats</a:t>
          </a:r>
        </a:p>
      </dsp:txBody>
      <dsp:txXfrm>
        <a:off x="37027" y="1053369"/>
        <a:ext cx="1803035" cy="1143417"/>
      </dsp:txXfrm>
    </dsp:sp>
    <dsp:sp modelId="{3E25AE04-30D0-734F-8F81-A8C89AF897E1}">
      <dsp:nvSpPr>
        <dsp:cNvPr id="0" name=""/>
        <dsp:cNvSpPr/>
      </dsp:nvSpPr>
      <dsp:spPr>
        <a:xfrm>
          <a:off x="1020692" y="1263837"/>
          <a:ext cx="2247284" cy="2247284"/>
        </a:xfrm>
        <a:prstGeom prst="leftCircularArrow">
          <a:avLst>
            <a:gd name="adj1" fmla="val 3952"/>
            <a:gd name="adj2" fmla="val 495637"/>
            <a:gd name="adj3" fmla="val 2271148"/>
            <a:gd name="adj4" fmla="val 9024489"/>
            <a:gd name="adj5" fmla="val 461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41532A-0287-0843-A75C-CD42D99820CA}">
      <dsp:nvSpPr>
        <dsp:cNvPr id="0" name=""/>
        <dsp:cNvSpPr/>
      </dsp:nvSpPr>
      <dsp:spPr>
        <a:xfrm>
          <a:off x="417938" y="2232359"/>
          <a:ext cx="1665939" cy="662489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0480" rIns="4572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Bank Export</a:t>
          </a:r>
        </a:p>
      </dsp:txBody>
      <dsp:txXfrm>
        <a:off x="437342" y="2251763"/>
        <a:ext cx="1627131" cy="623681"/>
      </dsp:txXfrm>
    </dsp:sp>
    <dsp:sp modelId="{7FD088DA-199F-3645-A30A-07C3724C1620}">
      <dsp:nvSpPr>
        <dsp:cNvPr id="0" name=""/>
        <dsp:cNvSpPr/>
      </dsp:nvSpPr>
      <dsp:spPr>
        <a:xfrm>
          <a:off x="2506743" y="1017796"/>
          <a:ext cx="1874181" cy="154580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5">
              <a:hueOff val="2944118"/>
              <a:satOff val="9586"/>
              <a:lumOff val="333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20955" rIns="20955" bIns="20955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100" kern="1200" dirty="0"/>
            <a:t>Automatic generation of Govt reports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100" kern="1200" dirty="0"/>
            <a:t>Govt report for selected employees</a:t>
          </a:r>
        </a:p>
      </dsp:txBody>
      <dsp:txXfrm>
        <a:off x="2542316" y="1384613"/>
        <a:ext cx="1803035" cy="1143417"/>
      </dsp:txXfrm>
    </dsp:sp>
    <dsp:sp modelId="{A8E6CDBE-3C2D-F649-97C1-B7B9C89B4F95}">
      <dsp:nvSpPr>
        <dsp:cNvPr id="0" name=""/>
        <dsp:cNvSpPr/>
      </dsp:nvSpPr>
      <dsp:spPr>
        <a:xfrm>
          <a:off x="3510363" y="9668"/>
          <a:ext cx="2486763" cy="2486763"/>
        </a:xfrm>
        <a:prstGeom prst="circularArrow">
          <a:avLst>
            <a:gd name="adj1" fmla="val 3571"/>
            <a:gd name="adj2" fmla="val 443827"/>
            <a:gd name="adj3" fmla="val 19380662"/>
            <a:gd name="adj4" fmla="val 12575511"/>
            <a:gd name="adj5" fmla="val 4166"/>
          </a:avLst>
        </a:prstGeom>
        <a:solidFill>
          <a:schemeClr val="accent5">
            <a:hueOff val="4416178"/>
            <a:satOff val="14379"/>
            <a:lumOff val="500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30915C-E134-6244-898E-D13FDC92FD29}">
      <dsp:nvSpPr>
        <dsp:cNvPr id="0" name=""/>
        <dsp:cNvSpPr/>
      </dsp:nvSpPr>
      <dsp:spPr>
        <a:xfrm>
          <a:off x="2923228" y="686551"/>
          <a:ext cx="1665939" cy="662489"/>
        </a:xfrm>
        <a:prstGeom prst="roundRect">
          <a:avLst>
            <a:gd name="adj" fmla="val 10000"/>
          </a:avLst>
        </a:prstGeom>
        <a:solidFill>
          <a:schemeClr val="accent5">
            <a:hueOff val="2944118"/>
            <a:satOff val="9586"/>
            <a:lumOff val="3333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27940" rIns="4191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Govt Reports</a:t>
          </a:r>
        </a:p>
      </dsp:txBody>
      <dsp:txXfrm>
        <a:off x="2942632" y="705955"/>
        <a:ext cx="1627131" cy="623681"/>
      </dsp:txXfrm>
    </dsp:sp>
    <dsp:sp modelId="{6B5B045D-79BF-444A-B5A2-11932C76FD42}">
      <dsp:nvSpPr>
        <dsp:cNvPr id="0" name=""/>
        <dsp:cNvSpPr/>
      </dsp:nvSpPr>
      <dsp:spPr>
        <a:xfrm>
          <a:off x="5012032" y="1017796"/>
          <a:ext cx="1874181" cy="154580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5">
              <a:hueOff val="5888237"/>
              <a:satOff val="19172"/>
              <a:lumOff val="666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20955" rIns="20955" bIns="20955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100" kern="1200" dirty="0"/>
            <a:t>Org structure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100" kern="1200" dirty="0"/>
            <a:t>Drill down reports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100" kern="1200" dirty="0"/>
            <a:t>Chart </a:t>
          </a:r>
          <a:r>
            <a:rPr lang="en-GB" sz="1100" kern="1200" dirty="0" err="1"/>
            <a:t>componenets</a:t>
          </a:r>
          <a:r>
            <a:rPr lang="en-GB" sz="1100" kern="1200" dirty="0"/>
            <a:t> drill down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100" kern="1200" dirty="0"/>
            <a:t>Multiple reports configurable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100" kern="1200" dirty="0"/>
            <a:t>Pivots</a:t>
          </a:r>
        </a:p>
      </dsp:txBody>
      <dsp:txXfrm>
        <a:off x="5047605" y="1053369"/>
        <a:ext cx="1803035" cy="1143417"/>
      </dsp:txXfrm>
    </dsp:sp>
    <dsp:sp modelId="{54425218-F988-694B-B3FE-FA2ACC7FE2CB}">
      <dsp:nvSpPr>
        <dsp:cNvPr id="0" name=""/>
        <dsp:cNvSpPr/>
      </dsp:nvSpPr>
      <dsp:spPr>
        <a:xfrm>
          <a:off x="6031271" y="1263837"/>
          <a:ext cx="2247284" cy="2247284"/>
        </a:xfrm>
        <a:prstGeom prst="leftCircularArrow">
          <a:avLst>
            <a:gd name="adj1" fmla="val 3952"/>
            <a:gd name="adj2" fmla="val 495637"/>
            <a:gd name="adj3" fmla="val 2271148"/>
            <a:gd name="adj4" fmla="val 9024489"/>
            <a:gd name="adj5" fmla="val 4610"/>
          </a:avLst>
        </a:prstGeom>
        <a:solidFill>
          <a:schemeClr val="accent5">
            <a:hueOff val="8832355"/>
            <a:satOff val="28758"/>
            <a:lumOff val="1000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54D190-AD61-8D47-9B02-D7D319E32723}">
      <dsp:nvSpPr>
        <dsp:cNvPr id="0" name=""/>
        <dsp:cNvSpPr/>
      </dsp:nvSpPr>
      <dsp:spPr>
        <a:xfrm>
          <a:off x="5428517" y="2232359"/>
          <a:ext cx="1665939" cy="662489"/>
        </a:xfrm>
        <a:prstGeom prst="roundRect">
          <a:avLst>
            <a:gd name="adj" fmla="val 10000"/>
          </a:avLst>
        </a:prstGeom>
        <a:solidFill>
          <a:schemeClr val="accent5">
            <a:hueOff val="5888237"/>
            <a:satOff val="19172"/>
            <a:lumOff val="6667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27940" rIns="4191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Analytics</a:t>
          </a:r>
        </a:p>
      </dsp:txBody>
      <dsp:txXfrm>
        <a:off x="5447921" y="2251763"/>
        <a:ext cx="1627131" cy="623681"/>
      </dsp:txXfrm>
    </dsp:sp>
    <dsp:sp modelId="{CE252856-146E-5941-B566-2936BB8626CB}">
      <dsp:nvSpPr>
        <dsp:cNvPr id="0" name=""/>
        <dsp:cNvSpPr/>
      </dsp:nvSpPr>
      <dsp:spPr>
        <a:xfrm>
          <a:off x="7517321" y="1017796"/>
          <a:ext cx="1874181" cy="154580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5">
              <a:hueOff val="8832355"/>
              <a:satOff val="28758"/>
              <a:lumOff val="1000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20955" rIns="20955" bIns="20955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100" kern="1200" dirty="0"/>
            <a:t>Check in / Check out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100" kern="1200" dirty="0"/>
            <a:t>Shifts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100" kern="1200" dirty="0"/>
            <a:t>Overtime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100" kern="1200" dirty="0"/>
            <a:t>Timesheet entry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100" kern="1200" dirty="0"/>
            <a:t>Leaves</a:t>
          </a:r>
        </a:p>
      </dsp:txBody>
      <dsp:txXfrm>
        <a:off x="7552894" y="1384613"/>
        <a:ext cx="1803035" cy="1143417"/>
      </dsp:txXfrm>
    </dsp:sp>
    <dsp:sp modelId="{DBEF2987-FF3B-8345-A243-2303A95D95A9}">
      <dsp:nvSpPr>
        <dsp:cNvPr id="0" name=""/>
        <dsp:cNvSpPr/>
      </dsp:nvSpPr>
      <dsp:spPr>
        <a:xfrm>
          <a:off x="7933806" y="686551"/>
          <a:ext cx="1665939" cy="662489"/>
        </a:xfrm>
        <a:prstGeom prst="roundRect">
          <a:avLst>
            <a:gd name="adj" fmla="val 10000"/>
          </a:avLst>
        </a:prstGeom>
        <a:solidFill>
          <a:schemeClr val="accent5">
            <a:hueOff val="8832355"/>
            <a:satOff val="28758"/>
            <a:lumOff val="1000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27940" rIns="4191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Timesheets</a:t>
          </a:r>
        </a:p>
      </dsp:txBody>
      <dsp:txXfrm>
        <a:off x="7953210" y="705955"/>
        <a:ext cx="1627131" cy="62368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1/19/26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1/19/26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1/19/26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1/19/26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1/19/26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1/19/26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1/19/26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1/19/26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1/19/26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1/19/26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1/19/26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1/19/26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3BBF1-E44A-39BE-C29D-33BB4AAA75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Payobook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26498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E58EF-2693-DA3C-1252-32249BA6F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flow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5B001BD-5E0B-15EE-961D-5DB9786C55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79159548"/>
              </p:ext>
            </p:extLst>
          </p:nvPr>
        </p:nvGraphicFramePr>
        <p:xfrm>
          <a:off x="1371600" y="2286000"/>
          <a:ext cx="9601200" cy="3581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32091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E58EF-2693-DA3C-1252-32249BA6F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features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5B001BD-5E0B-15EE-961D-5DB9786C55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02594794"/>
              </p:ext>
            </p:extLst>
          </p:nvPr>
        </p:nvGraphicFramePr>
        <p:xfrm>
          <a:off x="1371600" y="2286000"/>
          <a:ext cx="9601200" cy="3581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73584800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Crop</Template>
  <TotalTime>40</TotalTime>
  <Words>104</Words>
  <Application>Microsoft Macintosh PowerPoint</Application>
  <PresentationFormat>Widescreen</PresentationFormat>
  <Paragraphs>38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5" baseType="lpstr">
      <vt:lpstr>Franklin Gothic Book</vt:lpstr>
      <vt:lpstr>Crop</vt:lpstr>
      <vt:lpstr>Payobook</vt:lpstr>
      <vt:lpstr>Process flow</vt:lpstr>
      <vt:lpstr>Other features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Payobook</dc:title>
  <dc:creator>Ash Sohani</dc:creator>
  <cp:lastModifiedBy>Ash Sohani</cp:lastModifiedBy>
  <cp:revision>1</cp:revision>
  <dcterms:created xsi:type="dcterms:W3CDTF">2026-01-19T03:24:23Z</dcterms:created>
  <dcterms:modified xsi:type="dcterms:W3CDTF">2026-01-19T04:04:40Z</dcterms:modified>
</cp:coreProperties>
</file>